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4E6332-4641-4E93-882D-5465B5485E51}" v="3" dt="2026-03-20T23:21:38.8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Onions" userId="23e2c68c8a230f3d" providerId="LiveId" clId="{7DDE5D2B-9E3B-47E8-8399-2C57B922F6DF}"/>
    <pc:docChg chg="undo custSel addSld modSld">
      <pc:chgData name="Thomas Onions" userId="23e2c68c8a230f3d" providerId="LiveId" clId="{7DDE5D2B-9E3B-47E8-8399-2C57B922F6DF}" dt="2026-03-20T23:22:23.157" v="1478" actId="1076"/>
      <pc:docMkLst>
        <pc:docMk/>
      </pc:docMkLst>
      <pc:sldChg chg="addSp delSp modSp mod setBg">
        <pc:chgData name="Thomas Onions" userId="23e2c68c8a230f3d" providerId="LiveId" clId="{7DDE5D2B-9E3B-47E8-8399-2C57B922F6DF}" dt="2026-03-20T23:12:21.799" v="469" actId="20577"/>
        <pc:sldMkLst>
          <pc:docMk/>
          <pc:sldMk cId="1049486985" sldId="259"/>
        </pc:sldMkLst>
        <pc:spChg chg="mod">
          <ac:chgData name="Thomas Onions" userId="23e2c68c8a230f3d" providerId="LiveId" clId="{7DDE5D2B-9E3B-47E8-8399-2C57B922F6DF}" dt="2026-03-20T23:12:10.565" v="461" actId="26606"/>
          <ac:spMkLst>
            <pc:docMk/>
            <pc:sldMk cId="1049486985" sldId="259"/>
            <ac:spMk id="2" creationId="{29CBACE0-3C9B-39ED-57F7-CABF4CFB76F2}"/>
          </ac:spMkLst>
        </pc:spChg>
        <pc:spChg chg="del mod">
          <ac:chgData name="Thomas Onions" userId="23e2c68c8a230f3d" providerId="LiveId" clId="{7DDE5D2B-9E3B-47E8-8399-2C57B922F6DF}" dt="2026-03-20T23:12:10.565" v="461" actId="26606"/>
          <ac:spMkLst>
            <pc:docMk/>
            <pc:sldMk cId="1049486985" sldId="259"/>
            <ac:spMk id="3" creationId="{D683D3F8-CAEB-6D19-9E5B-1135A16DF5EA}"/>
          </ac:spMkLst>
        </pc:spChg>
        <pc:spChg chg="add">
          <ac:chgData name="Thomas Onions" userId="23e2c68c8a230f3d" providerId="LiveId" clId="{7DDE5D2B-9E3B-47E8-8399-2C57B922F6DF}" dt="2026-03-20T23:12:10.565" v="461" actId="26606"/>
          <ac:spMkLst>
            <pc:docMk/>
            <pc:sldMk cId="1049486985" sldId="259"/>
            <ac:spMk id="9" creationId="{DBDA151C-5770-45E4-AAFF-59E7F403866D}"/>
          </ac:spMkLst>
        </pc:spChg>
        <pc:graphicFrameChg chg="add modGraphic">
          <ac:chgData name="Thomas Onions" userId="23e2c68c8a230f3d" providerId="LiveId" clId="{7DDE5D2B-9E3B-47E8-8399-2C57B922F6DF}" dt="2026-03-20T23:12:21.799" v="469" actId="20577"/>
          <ac:graphicFrameMkLst>
            <pc:docMk/>
            <pc:sldMk cId="1049486985" sldId="259"/>
            <ac:graphicFrameMk id="5" creationId="{385034F3-5989-11FA-2696-5D57C4DC4946}"/>
          </ac:graphicFrameMkLst>
        </pc:graphicFrameChg>
        <pc:cxnChg chg="add">
          <ac:chgData name="Thomas Onions" userId="23e2c68c8a230f3d" providerId="LiveId" clId="{7DDE5D2B-9E3B-47E8-8399-2C57B922F6DF}" dt="2026-03-20T23:12:10.565" v="461" actId="26606"/>
          <ac:cxnSpMkLst>
            <pc:docMk/>
            <pc:sldMk cId="1049486985" sldId="259"/>
            <ac:cxnSpMk id="11" creationId="{05ADA91C-AD52-A530-A898-AD6E69874598}"/>
          </ac:cxnSpMkLst>
        </pc:cxnChg>
      </pc:sldChg>
      <pc:sldChg chg="addSp delSp modSp new mod">
        <pc:chgData name="Thomas Onions" userId="23e2c68c8a230f3d" providerId="LiveId" clId="{7DDE5D2B-9E3B-47E8-8399-2C57B922F6DF}" dt="2026-03-20T23:20:13.907" v="1464" actId="1076"/>
        <pc:sldMkLst>
          <pc:docMk/>
          <pc:sldMk cId="1520810828" sldId="260"/>
        </pc:sldMkLst>
        <pc:spChg chg="mod">
          <ac:chgData name="Thomas Onions" userId="23e2c68c8a230f3d" providerId="LiveId" clId="{7DDE5D2B-9E3B-47E8-8399-2C57B922F6DF}" dt="2026-03-20T23:20:13.907" v="1464" actId="1076"/>
          <ac:spMkLst>
            <pc:docMk/>
            <pc:sldMk cId="1520810828" sldId="260"/>
            <ac:spMk id="2" creationId="{52AE26F2-5FC3-19EB-FD21-D41848F13847}"/>
          </ac:spMkLst>
        </pc:spChg>
        <pc:spChg chg="del mod">
          <ac:chgData name="Thomas Onions" userId="23e2c68c8a230f3d" providerId="LiveId" clId="{7DDE5D2B-9E3B-47E8-8399-2C57B922F6DF}" dt="2026-03-20T23:20:00.179" v="1459" actId="478"/>
          <ac:spMkLst>
            <pc:docMk/>
            <pc:sldMk cId="1520810828" sldId="260"/>
            <ac:spMk id="3" creationId="{2FBB707E-C2BA-21EB-5752-58EBADC0A7FE}"/>
          </ac:spMkLst>
        </pc:spChg>
        <pc:spChg chg="add mod">
          <ac:chgData name="Thomas Onions" userId="23e2c68c8a230f3d" providerId="LiveId" clId="{7DDE5D2B-9E3B-47E8-8399-2C57B922F6DF}" dt="2026-03-20T23:20:12.109" v="1463" actId="1076"/>
          <ac:spMkLst>
            <pc:docMk/>
            <pc:sldMk cId="1520810828" sldId="260"/>
            <ac:spMk id="4" creationId="{2BE9701A-69FD-F348-0F7F-B671C76FDD7D}"/>
          </ac:spMkLst>
        </pc:spChg>
        <pc:spChg chg="add del mod">
          <ac:chgData name="Thomas Onions" userId="23e2c68c8a230f3d" providerId="LiveId" clId="{7DDE5D2B-9E3B-47E8-8399-2C57B922F6DF}" dt="2026-03-20T23:20:06.969" v="1461" actId="478"/>
          <ac:spMkLst>
            <pc:docMk/>
            <pc:sldMk cId="1520810828" sldId="260"/>
            <ac:spMk id="7" creationId="{BF58B57A-D730-FA5B-5A52-D702EED70806}"/>
          </ac:spMkLst>
        </pc:spChg>
        <pc:graphicFrameChg chg="add del mod">
          <ac:chgData name="Thomas Onions" userId="23e2c68c8a230f3d" providerId="LiveId" clId="{7DDE5D2B-9E3B-47E8-8399-2C57B922F6DF}" dt="2026-03-20T23:20:10.439" v="1462" actId="1076"/>
          <ac:graphicFrameMkLst>
            <pc:docMk/>
            <pc:sldMk cId="1520810828" sldId="260"/>
            <ac:graphicFrameMk id="5" creationId="{6C7D556C-9CDC-C603-CCC7-85FDDACB0AE3}"/>
          </ac:graphicFrameMkLst>
        </pc:graphicFrameChg>
      </pc:sldChg>
      <pc:sldChg chg="addSp delSp modSp new mod">
        <pc:chgData name="Thomas Onions" userId="23e2c68c8a230f3d" providerId="LiveId" clId="{7DDE5D2B-9E3B-47E8-8399-2C57B922F6DF}" dt="2026-03-20T23:21:12.962" v="1468" actId="478"/>
        <pc:sldMkLst>
          <pc:docMk/>
          <pc:sldMk cId="807622449" sldId="261"/>
        </pc:sldMkLst>
        <pc:spChg chg="mod">
          <ac:chgData name="Thomas Onions" userId="23e2c68c8a230f3d" providerId="LiveId" clId="{7DDE5D2B-9E3B-47E8-8399-2C57B922F6DF}" dt="2026-03-20T23:17:50.534" v="1238" actId="20577"/>
          <ac:spMkLst>
            <pc:docMk/>
            <pc:sldMk cId="807622449" sldId="261"/>
            <ac:spMk id="2" creationId="{4CCF7767-94DC-56B7-C87B-53F1510077CA}"/>
          </ac:spMkLst>
        </pc:spChg>
        <pc:spChg chg="del mod">
          <ac:chgData name="Thomas Onions" userId="23e2c68c8a230f3d" providerId="LiveId" clId="{7DDE5D2B-9E3B-47E8-8399-2C57B922F6DF}" dt="2026-03-20T23:21:03.511" v="1465" actId="478"/>
          <ac:spMkLst>
            <pc:docMk/>
            <pc:sldMk cId="807622449" sldId="261"/>
            <ac:spMk id="3" creationId="{BB7351CD-0D78-5678-2500-1D80E1BA55C3}"/>
          </ac:spMkLst>
        </pc:spChg>
        <pc:spChg chg="add del mod">
          <ac:chgData name="Thomas Onions" userId="23e2c68c8a230f3d" providerId="LiveId" clId="{7DDE5D2B-9E3B-47E8-8399-2C57B922F6DF}" dt="2026-03-20T23:21:12.962" v="1468" actId="478"/>
          <ac:spMkLst>
            <pc:docMk/>
            <pc:sldMk cId="807622449" sldId="261"/>
            <ac:spMk id="5" creationId="{29E72EC6-8738-DA05-83D0-AB4ED029289D}"/>
          </ac:spMkLst>
        </pc:spChg>
        <pc:graphicFrameChg chg="add mod">
          <ac:chgData name="Thomas Onions" userId="23e2c68c8a230f3d" providerId="LiveId" clId="{7DDE5D2B-9E3B-47E8-8399-2C57B922F6DF}" dt="2026-03-20T23:21:07.064" v="1467" actId="1076"/>
          <ac:graphicFrameMkLst>
            <pc:docMk/>
            <pc:sldMk cId="807622449" sldId="261"/>
            <ac:graphicFrameMk id="7" creationId="{16AD93D7-4618-86CD-7F04-7159A421DF7F}"/>
          </ac:graphicFrameMkLst>
        </pc:graphicFrameChg>
      </pc:sldChg>
      <pc:sldChg chg="addSp delSp modSp new mod">
        <pc:chgData name="Thomas Onions" userId="23e2c68c8a230f3d" providerId="LiveId" clId="{7DDE5D2B-9E3B-47E8-8399-2C57B922F6DF}" dt="2026-03-20T23:22:23.157" v="1478" actId="1076"/>
        <pc:sldMkLst>
          <pc:docMk/>
          <pc:sldMk cId="912993854" sldId="262"/>
        </pc:sldMkLst>
        <pc:spChg chg="del mod">
          <ac:chgData name="Thomas Onions" userId="23e2c68c8a230f3d" providerId="LiveId" clId="{7DDE5D2B-9E3B-47E8-8399-2C57B922F6DF}" dt="2026-03-20T23:21:42.401" v="1471" actId="478"/>
          <ac:spMkLst>
            <pc:docMk/>
            <pc:sldMk cId="912993854" sldId="262"/>
            <ac:spMk id="2" creationId="{23A32BB7-3F52-3351-DB24-365F70BE8A20}"/>
          </ac:spMkLst>
        </pc:spChg>
        <pc:spChg chg="add mod">
          <ac:chgData name="Thomas Onions" userId="23e2c68c8a230f3d" providerId="LiveId" clId="{7DDE5D2B-9E3B-47E8-8399-2C57B922F6DF}" dt="2026-03-20T23:22:09.013" v="1474" actId="27636"/>
          <ac:spMkLst>
            <pc:docMk/>
            <pc:sldMk cId="912993854" sldId="262"/>
            <ac:spMk id="4" creationId="{F7B6542C-59B3-975A-1518-5B567FBD5E16}"/>
          </ac:spMkLst>
        </pc:spChg>
        <pc:spChg chg="add mod">
          <ac:chgData name="Thomas Onions" userId="23e2c68c8a230f3d" providerId="LiveId" clId="{7DDE5D2B-9E3B-47E8-8399-2C57B922F6DF}" dt="2026-03-20T23:22:14.596" v="1477" actId="20577"/>
          <ac:spMkLst>
            <pc:docMk/>
            <pc:sldMk cId="912993854" sldId="262"/>
            <ac:spMk id="7" creationId="{47B48004-B126-0F69-111B-7C9D2ADBE223}"/>
          </ac:spMkLst>
        </pc:spChg>
        <pc:picChg chg="add mod">
          <ac:chgData name="Thomas Onions" userId="23e2c68c8a230f3d" providerId="LiveId" clId="{7DDE5D2B-9E3B-47E8-8399-2C57B922F6DF}" dt="2026-03-20T23:22:23.157" v="1478" actId="1076"/>
          <ac:picMkLst>
            <pc:docMk/>
            <pc:sldMk cId="912993854" sldId="262"/>
            <ac:picMk id="5" creationId="{97DE8307-FEC8-1D88-9820-26D4F7412552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4C9557-43F7-40B6-8D63-A5D9DF8BA05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C0DA1AD-A262-4DEF-9EC3-2A6E063BA136}">
      <dgm:prSet/>
      <dgm:spPr/>
      <dgm:t>
        <a:bodyPr/>
        <a:lstStyle/>
        <a:p>
          <a:r>
            <a:rPr lang="en-GB" dirty="0"/>
            <a:t>API created in </a:t>
          </a:r>
          <a:r>
            <a:rPr lang="en-GB" b="1" dirty="0"/>
            <a:t>Python</a:t>
          </a:r>
          <a:r>
            <a:rPr lang="en-GB" dirty="0"/>
            <a:t>, using </a:t>
          </a:r>
          <a:r>
            <a:rPr lang="en-GB" b="1" dirty="0" err="1"/>
            <a:t>FastAPI</a:t>
          </a:r>
          <a:r>
            <a:rPr lang="en-GB" dirty="0"/>
            <a:t>, and backend </a:t>
          </a:r>
          <a:r>
            <a:rPr lang="en-GB" b="1" dirty="0"/>
            <a:t>SQL Database</a:t>
          </a:r>
          <a:endParaRPr lang="en-US" b="1" dirty="0"/>
        </a:p>
      </dgm:t>
    </dgm:pt>
    <dgm:pt modelId="{44B5D394-00CD-4276-863B-AAEE0A754F09}" type="parTrans" cxnId="{EB6C86B9-19B9-4B7B-B08B-9E32349E3BF1}">
      <dgm:prSet/>
      <dgm:spPr/>
      <dgm:t>
        <a:bodyPr/>
        <a:lstStyle/>
        <a:p>
          <a:endParaRPr lang="en-US"/>
        </a:p>
      </dgm:t>
    </dgm:pt>
    <dgm:pt modelId="{61CABF5C-2F8A-45AF-8060-1436D8EDAAAD}" type="sibTrans" cxnId="{EB6C86B9-19B9-4B7B-B08B-9E32349E3BF1}">
      <dgm:prSet/>
      <dgm:spPr/>
      <dgm:t>
        <a:bodyPr/>
        <a:lstStyle/>
        <a:p>
          <a:endParaRPr lang="en-US"/>
        </a:p>
      </dgm:t>
    </dgm:pt>
    <dgm:pt modelId="{C4BF98AE-1542-4D47-86F0-2C3B7830A77B}">
      <dgm:prSet/>
      <dgm:spPr/>
      <dgm:t>
        <a:bodyPr/>
        <a:lstStyle/>
        <a:p>
          <a:r>
            <a:rPr lang="en-GB" dirty="0"/>
            <a:t>Focus on </a:t>
          </a:r>
          <a:r>
            <a:rPr lang="en-GB" b="1" dirty="0"/>
            <a:t>Security By Design</a:t>
          </a:r>
          <a:br>
            <a:rPr lang="en-GB" dirty="0"/>
          </a:br>
          <a:r>
            <a:rPr lang="en-GB" dirty="0"/>
            <a:t>Uses HMAC Signing and API Key authentication</a:t>
          </a:r>
          <a:endParaRPr lang="en-US" dirty="0"/>
        </a:p>
      </dgm:t>
    </dgm:pt>
    <dgm:pt modelId="{D88C37CB-5E2A-48ED-BB88-FD1B9295B055}" type="parTrans" cxnId="{DF94C33A-D517-4DC3-B73C-5299F3506C12}">
      <dgm:prSet/>
      <dgm:spPr/>
      <dgm:t>
        <a:bodyPr/>
        <a:lstStyle/>
        <a:p>
          <a:endParaRPr lang="en-US"/>
        </a:p>
      </dgm:t>
    </dgm:pt>
    <dgm:pt modelId="{F2485264-0A67-4984-BFAF-C5681463BB2A}" type="sibTrans" cxnId="{DF94C33A-D517-4DC3-B73C-5299F3506C12}">
      <dgm:prSet/>
      <dgm:spPr/>
      <dgm:t>
        <a:bodyPr/>
        <a:lstStyle/>
        <a:p>
          <a:endParaRPr lang="en-US"/>
        </a:p>
      </dgm:t>
    </dgm:pt>
    <dgm:pt modelId="{5CBE0E84-57FD-42C8-9E4A-14065230148E}">
      <dgm:prSet/>
      <dgm:spPr/>
      <dgm:t>
        <a:bodyPr/>
        <a:lstStyle/>
        <a:p>
          <a:r>
            <a:rPr lang="en-GB" dirty="0"/>
            <a:t>Provides all </a:t>
          </a:r>
          <a:r>
            <a:rPr lang="en-GB" b="1" dirty="0"/>
            <a:t>CRUD</a:t>
          </a:r>
          <a:r>
            <a:rPr lang="en-GB" dirty="0"/>
            <a:t> operations, as well as </a:t>
          </a:r>
          <a:r>
            <a:rPr lang="en-GB" b="1" dirty="0"/>
            <a:t>filtering</a:t>
          </a:r>
          <a:r>
            <a:rPr lang="en-GB" dirty="0"/>
            <a:t>, </a:t>
          </a:r>
          <a:r>
            <a:rPr lang="en-GB" b="1" dirty="0"/>
            <a:t>sorting</a:t>
          </a:r>
          <a:r>
            <a:rPr lang="en-GB" dirty="0"/>
            <a:t> and </a:t>
          </a:r>
          <a:r>
            <a:rPr lang="en-GB" b="1" dirty="0"/>
            <a:t>analytics</a:t>
          </a:r>
          <a:endParaRPr lang="en-US" b="1" dirty="0"/>
        </a:p>
      </dgm:t>
    </dgm:pt>
    <dgm:pt modelId="{484DB0FF-E843-4BD0-8944-4BB550830CF7}" type="parTrans" cxnId="{96373A42-0D38-46EC-B652-0DA0B23A6FF1}">
      <dgm:prSet/>
      <dgm:spPr/>
      <dgm:t>
        <a:bodyPr/>
        <a:lstStyle/>
        <a:p>
          <a:endParaRPr lang="en-US"/>
        </a:p>
      </dgm:t>
    </dgm:pt>
    <dgm:pt modelId="{DF0F64BA-ED00-4A32-9BE4-F927168FA36E}" type="sibTrans" cxnId="{96373A42-0D38-46EC-B652-0DA0B23A6FF1}">
      <dgm:prSet/>
      <dgm:spPr/>
      <dgm:t>
        <a:bodyPr/>
        <a:lstStyle/>
        <a:p>
          <a:endParaRPr lang="en-US"/>
        </a:p>
      </dgm:t>
    </dgm:pt>
    <dgm:pt modelId="{8CDB46DB-3EA7-43C9-B5E5-7F07F63195C5}" type="pres">
      <dgm:prSet presAssocID="{594C9557-43F7-40B6-8D63-A5D9DF8BA050}" presName="root" presStyleCnt="0">
        <dgm:presLayoutVars>
          <dgm:dir/>
          <dgm:resizeHandles val="exact"/>
        </dgm:presLayoutVars>
      </dgm:prSet>
      <dgm:spPr/>
    </dgm:pt>
    <dgm:pt modelId="{22952F13-ED91-420B-974A-A7B64B6DA01C}" type="pres">
      <dgm:prSet presAssocID="{CC0DA1AD-A262-4DEF-9EC3-2A6E063BA136}" presName="compNode" presStyleCnt="0"/>
      <dgm:spPr/>
    </dgm:pt>
    <dgm:pt modelId="{168A8F39-A2CF-4B3C-B033-B239542A0939}" type="pres">
      <dgm:prSet presAssocID="{CC0DA1AD-A262-4DEF-9EC3-2A6E063BA136}" presName="bgRect" presStyleLbl="bgShp" presStyleIdx="0" presStyleCnt="3"/>
      <dgm:spPr/>
    </dgm:pt>
    <dgm:pt modelId="{BB45DA2F-190B-46E6-8680-4D482ED5B6C5}" type="pres">
      <dgm:prSet presAssocID="{CC0DA1AD-A262-4DEF-9EC3-2A6E063BA13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B78327A-1E41-4216-8468-F4B85CC26D55}" type="pres">
      <dgm:prSet presAssocID="{CC0DA1AD-A262-4DEF-9EC3-2A6E063BA136}" presName="spaceRect" presStyleCnt="0"/>
      <dgm:spPr/>
    </dgm:pt>
    <dgm:pt modelId="{75460128-0022-4A68-B296-037C26BC0CCE}" type="pres">
      <dgm:prSet presAssocID="{CC0DA1AD-A262-4DEF-9EC3-2A6E063BA136}" presName="parTx" presStyleLbl="revTx" presStyleIdx="0" presStyleCnt="3">
        <dgm:presLayoutVars>
          <dgm:chMax val="0"/>
          <dgm:chPref val="0"/>
        </dgm:presLayoutVars>
      </dgm:prSet>
      <dgm:spPr/>
    </dgm:pt>
    <dgm:pt modelId="{4C48AD87-8A6D-43ED-92F3-BBE50A20065B}" type="pres">
      <dgm:prSet presAssocID="{61CABF5C-2F8A-45AF-8060-1436D8EDAAAD}" presName="sibTrans" presStyleCnt="0"/>
      <dgm:spPr/>
    </dgm:pt>
    <dgm:pt modelId="{4E7E05F2-00A9-4A13-AED7-31D1FACF5607}" type="pres">
      <dgm:prSet presAssocID="{C4BF98AE-1542-4D47-86F0-2C3B7830A77B}" presName="compNode" presStyleCnt="0"/>
      <dgm:spPr/>
    </dgm:pt>
    <dgm:pt modelId="{899BF9FB-9EB9-496A-8CBA-81C30576DA6F}" type="pres">
      <dgm:prSet presAssocID="{C4BF98AE-1542-4D47-86F0-2C3B7830A77B}" presName="bgRect" presStyleLbl="bgShp" presStyleIdx="1" presStyleCnt="3"/>
      <dgm:spPr/>
    </dgm:pt>
    <dgm:pt modelId="{5CF49021-7F3C-407C-8362-1538948E7660}" type="pres">
      <dgm:prSet presAssocID="{C4BF98AE-1542-4D47-86F0-2C3B7830A77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32F60E6A-73E0-4C12-A62F-037380DD94D8}" type="pres">
      <dgm:prSet presAssocID="{C4BF98AE-1542-4D47-86F0-2C3B7830A77B}" presName="spaceRect" presStyleCnt="0"/>
      <dgm:spPr/>
    </dgm:pt>
    <dgm:pt modelId="{8426B624-1496-471E-A7D2-43FBB7CFE63F}" type="pres">
      <dgm:prSet presAssocID="{C4BF98AE-1542-4D47-86F0-2C3B7830A77B}" presName="parTx" presStyleLbl="revTx" presStyleIdx="1" presStyleCnt="3">
        <dgm:presLayoutVars>
          <dgm:chMax val="0"/>
          <dgm:chPref val="0"/>
        </dgm:presLayoutVars>
      </dgm:prSet>
      <dgm:spPr/>
    </dgm:pt>
    <dgm:pt modelId="{A61FDA16-5D37-4F89-A49E-A4E704F2F97B}" type="pres">
      <dgm:prSet presAssocID="{F2485264-0A67-4984-BFAF-C5681463BB2A}" presName="sibTrans" presStyleCnt="0"/>
      <dgm:spPr/>
    </dgm:pt>
    <dgm:pt modelId="{E1FD8E56-1988-4C0C-9F0E-80FEF94D26F6}" type="pres">
      <dgm:prSet presAssocID="{5CBE0E84-57FD-42C8-9E4A-14065230148E}" presName="compNode" presStyleCnt="0"/>
      <dgm:spPr/>
    </dgm:pt>
    <dgm:pt modelId="{FFD7B30A-8D01-416F-88F1-F4719B2F8551}" type="pres">
      <dgm:prSet presAssocID="{5CBE0E84-57FD-42C8-9E4A-14065230148E}" presName="bgRect" presStyleLbl="bgShp" presStyleIdx="2" presStyleCnt="3"/>
      <dgm:spPr/>
    </dgm:pt>
    <dgm:pt modelId="{27A6E253-8301-44D4-8166-68319CD1804E}" type="pres">
      <dgm:prSet presAssocID="{5CBE0E84-57FD-42C8-9E4A-14065230148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64A338B5-6FCB-4CCF-A9BB-0E6D3AF7ABAD}" type="pres">
      <dgm:prSet presAssocID="{5CBE0E84-57FD-42C8-9E4A-14065230148E}" presName="spaceRect" presStyleCnt="0"/>
      <dgm:spPr/>
    </dgm:pt>
    <dgm:pt modelId="{7F586233-1133-4E74-88A9-E3757E656AD3}" type="pres">
      <dgm:prSet presAssocID="{5CBE0E84-57FD-42C8-9E4A-14065230148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F94C33A-D517-4DC3-B73C-5299F3506C12}" srcId="{594C9557-43F7-40B6-8D63-A5D9DF8BA050}" destId="{C4BF98AE-1542-4D47-86F0-2C3B7830A77B}" srcOrd="1" destOrd="0" parTransId="{D88C37CB-5E2A-48ED-BB88-FD1B9295B055}" sibTransId="{F2485264-0A67-4984-BFAF-C5681463BB2A}"/>
    <dgm:cxn modelId="{96373A42-0D38-46EC-B652-0DA0B23A6FF1}" srcId="{594C9557-43F7-40B6-8D63-A5D9DF8BA050}" destId="{5CBE0E84-57FD-42C8-9E4A-14065230148E}" srcOrd="2" destOrd="0" parTransId="{484DB0FF-E843-4BD0-8944-4BB550830CF7}" sibTransId="{DF0F64BA-ED00-4A32-9BE4-F927168FA36E}"/>
    <dgm:cxn modelId="{EB6C86B9-19B9-4B7B-B08B-9E32349E3BF1}" srcId="{594C9557-43F7-40B6-8D63-A5D9DF8BA050}" destId="{CC0DA1AD-A262-4DEF-9EC3-2A6E063BA136}" srcOrd="0" destOrd="0" parTransId="{44B5D394-00CD-4276-863B-AAEE0A754F09}" sibTransId="{61CABF5C-2F8A-45AF-8060-1436D8EDAAAD}"/>
    <dgm:cxn modelId="{09FFC2C3-94C0-41A4-BB44-96D443A0BAC1}" type="presOf" srcId="{CC0DA1AD-A262-4DEF-9EC3-2A6E063BA136}" destId="{75460128-0022-4A68-B296-037C26BC0CCE}" srcOrd="0" destOrd="0" presId="urn:microsoft.com/office/officeart/2018/2/layout/IconVerticalSolidList"/>
    <dgm:cxn modelId="{1E9FFAC4-F1C0-4EA6-BFF8-B31B19D29721}" type="presOf" srcId="{5CBE0E84-57FD-42C8-9E4A-14065230148E}" destId="{7F586233-1133-4E74-88A9-E3757E656AD3}" srcOrd="0" destOrd="0" presId="urn:microsoft.com/office/officeart/2018/2/layout/IconVerticalSolidList"/>
    <dgm:cxn modelId="{4AD3EACA-93AE-4ECB-9191-15B3D2F965AB}" type="presOf" srcId="{594C9557-43F7-40B6-8D63-A5D9DF8BA050}" destId="{8CDB46DB-3EA7-43C9-B5E5-7F07F63195C5}" srcOrd="0" destOrd="0" presId="urn:microsoft.com/office/officeart/2018/2/layout/IconVerticalSolidList"/>
    <dgm:cxn modelId="{453995EE-0AE0-4838-BE54-C5E54313980C}" type="presOf" srcId="{C4BF98AE-1542-4D47-86F0-2C3B7830A77B}" destId="{8426B624-1496-471E-A7D2-43FBB7CFE63F}" srcOrd="0" destOrd="0" presId="urn:microsoft.com/office/officeart/2018/2/layout/IconVerticalSolidList"/>
    <dgm:cxn modelId="{BBF960FD-3AB8-44C1-9DAB-DA8E5823B11E}" type="presParOf" srcId="{8CDB46DB-3EA7-43C9-B5E5-7F07F63195C5}" destId="{22952F13-ED91-420B-974A-A7B64B6DA01C}" srcOrd="0" destOrd="0" presId="urn:microsoft.com/office/officeart/2018/2/layout/IconVerticalSolidList"/>
    <dgm:cxn modelId="{6AFA5776-EC9F-40F6-8DC3-937192B5F8E3}" type="presParOf" srcId="{22952F13-ED91-420B-974A-A7B64B6DA01C}" destId="{168A8F39-A2CF-4B3C-B033-B239542A0939}" srcOrd="0" destOrd="0" presId="urn:microsoft.com/office/officeart/2018/2/layout/IconVerticalSolidList"/>
    <dgm:cxn modelId="{CCAB4C19-3922-48D0-B91F-DBBAF0E41BA5}" type="presParOf" srcId="{22952F13-ED91-420B-974A-A7B64B6DA01C}" destId="{BB45DA2F-190B-46E6-8680-4D482ED5B6C5}" srcOrd="1" destOrd="0" presId="urn:microsoft.com/office/officeart/2018/2/layout/IconVerticalSolidList"/>
    <dgm:cxn modelId="{B3204456-5C5D-4375-AA9B-DE4CCEAFF84F}" type="presParOf" srcId="{22952F13-ED91-420B-974A-A7B64B6DA01C}" destId="{BB78327A-1E41-4216-8468-F4B85CC26D55}" srcOrd="2" destOrd="0" presId="urn:microsoft.com/office/officeart/2018/2/layout/IconVerticalSolidList"/>
    <dgm:cxn modelId="{9240DF5E-14A1-4AA6-870F-E6F4A0CA8F06}" type="presParOf" srcId="{22952F13-ED91-420B-974A-A7B64B6DA01C}" destId="{75460128-0022-4A68-B296-037C26BC0CCE}" srcOrd="3" destOrd="0" presId="urn:microsoft.com/office/officeart/2018/2/layout/IconVerticalSolidList"/>
    <dgm:cxn modelId="{5F1C408C-F798-4E57-82DA-7D359A172041}" type="presParOf" srcId="{8CDB46DB-3EA7-43C9-B5E5-7F07F63195C5}" destId="{4C48AD87-8A6D-43ED-92F3-BBE50A20065B}" srcOrd="1" destOrd="0" presId="urn:microsoft.com/office/officeart/2018/2/layout/IconVerticalSolidList"/>
    <dgm:cxn modelId="{8011E4DF-3926-435A-81B8-812C5CECD7CE}" type="presParOf" srcId="{8CDB46DB-3EA7-43C9-B5E5-7F07F63195C5}" destId="{4E7E05F2-00A9-4A13-AED7-31D1FACF5607}" srcOrd="2" destOrd="0" presId="urn:microsoft.com/office/officeart/2018/2/layout/IconVerticalSolidList"/>
    <dgm:cxn modelId="{613C2904-1973-4516-B1B6-CB37B09516FC}" type="presParOf" srcId="{4E7E05F2-00A9-4A13-AED7-31D1FACF5607}" destId="{899BF9FB-9EB9-496A-8CBA-81C30576DA6F}" srcOrd="0" destOrd="0" presId="urn:microsoft.com/office/officeart/2018/2/layout/IconVerticalSolidList"/>
    <dgm:cxn modelId="{4A23DFC6-657A-4E58-95D4-C5325ABDA0CB}" type="presParOf" srcId="{4E7E05F2-00A9-4A13-AED7-31D1FACF5607}" destId="{5CF49021-7F3C-407C-8362-1538948E7660}" srcOrd="1" destOrd="0" presId="urn:microsoft.com/office/officeart/2018/2/layout/IconVerticalSolidList"/>
    <dgm:cxn modelId="{32FABCBD-1BD2-4694-A59A-50985E47DA63}" type="presParOf" srcId="{4E7E05F2-00A9-4A13-AED7-31D1FACF5607}" destId="{32F60E6A-73E0-4C12-A62F-037380DD94D8}" srcOrd="2" destOrd="0" presId="urn:microsoft.com/office/officeart/2018/2/layout/IconVerticalSolidList"/>
    <dgm:cxn modelId="{6B0D06D2-45D3-4415-8989-05A7353FA233}" type="presParOf" srcId="{4E7E05F2-00A9-4A13-AED7-31D1FACF5607}" destId="{8426B624-1496-471E-A7D2-43FBB7CFE63F}" srcOrd="3" destOrd="0" presId="urn:microsoft.com/office/officeart/2018/2/layout/IconVerticalSolidList"/>
    <dgm:cxn modelId="{4B672F93-508F-46E2-B70E-CA41AED7D094}" type="presParOf" srcId="{8CDB46DB-3EA7-43C9-B5E5-7F07F63195C5}" destId="{A61FDA16-5D37-4F89-A49E-A4E704F2F97B}" srcOrd="3" destOrd="0" presId="urn:microsoft.com/office/officeart/2018/2/layout/IconVerticalSolidList"/>
    <dgm:cxn modelId="{172FB9CC-4914-4A63-807E-DD676FD443AE}" type="presParOf" srcId="{8CDB46DB-3EA7-43C9-B5E5-7F07F63195C5}" destId="{E1FD8E56-1988-4C0C-9F0E-80FEF94D26F6}" srcOrd="4" destOrd="0" presId="urn:microsoft.com/office/officeart/2018/2/layout/IconVerticalSolidList"/>
    <dgm:cxn modelId="{3608287E-4722-4142-B805-D0A3F468CA61}" type="presParOf" srcId="{E1FD8E56-1988-4C0C-9F0E-80FEF94D26F6}" destId="{FFD7B30A-8D01-416F-88F1-F4719B2F8551}" srcOrd="0" destOrd="0" presId="urn:microsoft.com/office/officeart/2018/2/layout/IconVerticalSolidList"/>
    <dgm:cxn modelId="{16D6C535-F1A5-4469-9E46-8D392121AC87}" type="presParOf" srcId="{E1FD8E56-1988-4C0C-9F0E-80FEF94D26F6}" destId="{27A6E253-8301-44D4-8166-68319CD1804E}" srcOrd="1" destOrd="0" presId="urn:microsoft.com/office/officeart/2018/2/layout/IconVerticalSolidList"/>
    <dgm:cxn modelId="{E4A4937C-C9E5-46FF-9641-E5C516B024D4}" type="presParOf" srcId="{E1FD8E56-1988-4C0C-9F0E-80FEF94D26F6}" destId="{64A338B5-6FCB-4CCF-A9BB-0E6D3AF7ABAD}" srcOrd="2" destOrd="0" presId="urn:microsoft.com/office/officeart/2018/2/layout/IconVerticalSolidList"/>
    <dgm:cxn modelId="{FDCADEB1-1C81-4989-9449-CA2F6E7C66E6}" type="presParOf" srcId="{E1FD8E56-1988-4C0C-9F0E-80FEF94D26F6}" destId="{7F586233-1133-4E74-88A9-E3757E656AD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444959-54FA-4FAB-8A6A-05EE4E3EF4C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88094E3-6B5B-4FE5-9E47-3B9560FD482F}">
      <dgm:prSet/>
      <dgm:spPr/>
      <dgm:t>
        <a:bodyPr/>
        <a:lstStyle/>
        <a:p>
          <a:r>
            <a:rPr lang="en-GB"/>
            <a:t>Automatically documenting code through the use of FastAPI, generating OpenAPI documentation</a:t>
          </a:r>
          <a:endParaRPr lang="en-US"/>
        </a:p>
      </dgm:t>
    </dgm:pt>
    <dgm:pt modelId="{EFAE1710-5619-4E80-8E99-74F446EEB623}" type="parTrans" cxnId="{EC63C3F4-37E4-4C63-A004-F1458873EEF3}">
      <dgm:prSet/>
      <dgm:spPr/>
      <dgm:t>
        <a:bodyPr/>
        <a:lstStyle/>
        <a:p>
          <a:endParaRPr lang="en-US"/>
        </a:p>
      </dgm:t>
    </dgm:pt>
    <dgm:pt modelId="{4DEC77E3-ECF8-48A2-ACC0-1B124048EBBF}" type="sibTrans" cxnId="{EC63C3F4-37E4-4C63-A004-F1458873EEF3}">
      <dgm:prSet/>
      <dgm:spPr/>
      <dgm:t>
        <a:bodyPr/>
        <a:lstStyle/>
        <a:p>
          <a:endParaRPr lang="en-US"/>
        </a:p>
      </dgm:t>
    </dgm:pt>
    <dgm:pt modelId="{C015CB79-E943-4A2D-908F-92A2DB9CFBCD}">
      <dgm:prSet/>
      <dgm:spPr/>
      <dgm:t>
        <a:bodyPr/>
        <a:lstStyle/>
        <a:p>
          <a:r>
            <a:rPr lang="en-GB" dirty="0"/>
            <a:t>Covers all endpoints, events, analytics and CRUD options</a:t>
          </a:r>
          <a:endParaRPr lang="en-US" dirty="0"/>
        </a:p>
      </dgm:t>
    </dgm:pt>
    <dgm:pt modelId="{AF13A6CF-B7F0-4DEF-A093-9F675A7B4305}" type="parTrans" cxnId="{A5803E30-3C3F-4C63-9716-1C58FD07FEFD}">
      <dgm:prSet/>
      <dgm:spPr/>
      <dgm:t>
        <a:bodyPr/>
        <a:lstStyle/>
        <a:p>
          <a:endParaRPr lang="en-US"/>
        </a:p>
      </dgm:t>
    </dgm:pt>
    <dgm:pt modelId="{5CAF913B-5294-43EE-B389-FD7FBE6D9C67}" type="sibTrans" cxnId="{A5803E30-3C3F-4C63-9716-1C58FD07FEFD}">
      <dgm:prSet/>
      <dgm:spPr/>
      <dgm:t>
        <a:bodyPr/>
        <a:lstStyle/>
        <a:p>
          <a:endParaRPr lang="en-US"/>
        </a:p>
      </dgm:t>
    </dgm:pt>
    <dgm:pt modelId="{4939268B-F81A-48EC-B7FD-8F1C270E1146}">
      <dgm:prSet/>
      <dgm:spPr/>
      <dgm:t>
        <a:bodyPr/>
        <a:lstStyle/>
        <a:p>
          <a:r>
            <a:rPr lang="en-GB" dirty="0"/>
            <a:t>Includes example requests, and authentication method (also available in the README.md)</a:t>
          </a:r>
          <a:endParaRPr lang="en-US" dirty="0"/>
        </a:p>
      </dgm:t>
    </dgm:pt>
    <dgm:pt modelId="{35AC1387-E93C-4F41-BBAD-CF1865458B4C}" type="parTrans" cxnId="{8F10981A-F38F-4137-A4A4-0C551AD0E6C4}">
      <dgm:prSet/>
      <dgm:spPr/>
      <dgm:t>
        <a:bodyPr/>
        <a:lstStyle/>
        <a:p>
          <a:endParaRPr lang="en-US"/>
        </a:p>
      </dgm:t>
    </dgm:pt>
    <dgm:pt modelId="{E94A4CEF-C385-456B-B33D-5A26F056D5CE}" type="sibTrans" cxnId="{8F10981A-F38F-4137-A4A4-0C551AD0E6C4}">
      <dgm:prSet/>
      <dgm:spPr/>
      <dgm:t>
        <a:bodyPr/>
        <a:lstStyle/>
        <a:p>
          <a:endParaRPr lang="en-US"/>
        </a:p>
      </dgm:t>
    </dgm:pt>
    <dgm:pt modelId="{F5218C14-DD37-4EAA-B5AD-CFD3ACC0BBD6}">
      <dgm:prSet/>
      <dgm:spPr/>
      <dgm:t>
        <a:bodyPr/>
        <a:lstStyle/>
        <a:p>
          <a:r>
            <a:rPr lang="en-GB" dirty="0"/>
            <a:t>Interactive testing and simulation provided through the </a:t>
          </a:r>
          <a:r>
            <a:rPr lang="en-GB" dirty="0" err="1"/>
            <a:t>SwaggerUI</a:t>
          </a:r>
          <a:r>
            <a:rPr lang="en-GB" dirty="0"/>
            <a:t> interface at: https://81.109.22.44:7578/docs</a:t>
          </a:r>
          <a:endParaRPr lang="en-US" dirty="0"/>
        </a:p>
      </dgm:t>
    </dgm:pt>
    <dgm:pt modelId="{BC190A34-5E6B-4FF5-AF98-A560997E8427}" type="parTrans" cxnId="{1CBF2C99-2114-4EEA-8A8F-84F5DFC52B16}">
      <dgm:prSet/>
      <dgm:spPr/>
      <dgm:t>
        <a:bodyPr/>
        <a:lstStyle/>
        <a:p>
          <a:endParaRPr lang="en-US"/>
        </a:p>
      </dgm:t>
    </dgm:pt>
    <dgm:pt modelId="{E4911A0D-E5AD-4E67-B8CC-5185CBFFDA4C}" type="sibTrans" cxnId="{1CBF2C99-2114-4EEA-8A8F-84F5DFC52B16}">
      <dgm:prSet/>
      <dgm:spPr/>
      <dgm:t>
        <a:bodyPr/>
        <a:lstStyle/>
        <a:p>
          <a:endParaRPr lang="en-US"/>
        </a:p>
      </dgm:t>
    </dgm:pt>
    <dgm:pt modelId="{E4E909F0-CD16-47D7-B257-F84128D30019}" type="pres">
      <dgm:prSet presAssocID="{D8444959-54FA-4FAB-8A6A-05EE4E3EF4C6}" presName="root" presStyleCnt="0">
        <dgm:presLayoutVars>
          <dgm:dir/>
          <dgm:resizeHandles val="exact"/>
        </dgm:presLayoutVars>
      </dgm:prSet>
      <dgm:spPr/>
    </dgm:pt>
    <dgm:pt modelId="{CB055761-FA4A-4E3E-82D1-E1C081303DA2}" type="pres">
      <dgm:prSet presAssocID="{D88094E3-6B5B-4FE5-9E47-3B9560FD482F}" presName="compNode" presStyleCnt="0"/>
      <dgm:spPr/>
    </dgm:pt>
    <dgm:pt modelId="{5A39DA44-D595-44C5-9B99-F9BC8751E03F}" type="pres">
      <dgm:prSet presAssocID="{D88094E3-6B5B-4FE5-9E47-3B9560FD482F}" presName="bgRect" presStyleLbl="bgShp" presStyleIdx="0" presStyleCnt="4"/>
      <dgm:spPr/>
    </dgm:pt>
    <dgm:pt modelId="{F472035D-A9E8-4C72-A9EA-B47A73EFE70C}" type="pres">
      <dgm:prSet presAssocID="{D88094E3-6B5B-4FE5-9E47-3B9560FD482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2F3504C-AE48-4A17-A110-61C3429F4CAC}" type="pres">
      <dgm:prSet presAssocID="{D88094E3-6B5B-4FE5-9E47-3B9560FD482F}" presName="spaceRect" presStyleCnt="0"/>
      <dgm:spPr/>
    </dgm:pt>
    <dgm:pt modelId="{C6F146C2-0CCF-4D33-8693-6CE11AE8FFF1}" type="pres">
      <dgm:prSet presAssocID="{D88094E3-6B5B-4FE5-9E47-3B9560FD482F}" presName="parTx" presStyleLbl="revTx" presStyleIdx="0" presStyleCnt="4">
        <dgm:presLayoutVars>
          <dgm:chMax val="0"/>
          <dgm:chPref val="0"/>
        </dgm:presLayoutVars>
      </dgm:prSet>
      <dgm:spPr/>
    </dgm:pt>
    <dgm:pt modelId="{2E5FE7C5-D991-4592-99E8-95BDB03CF3A7}" type="pres">
      <dgm:prSet presAssocID="{4DEC77E3-ECF8-48A2-ACC0-1B124048EBBF}" presName="sibTrans" presStyleCnt="0"/>
      <dgm:spPr/>
    </dgm:pt>
    <dgm:pt modelId="{93D75FA3-8296-4843-BE95-388EA0CB0714}" type="pres">
      <dgm:prSet presAssocID="{C015CB79-E943-4A2D-908F-92A2DB9CFBCD}" presName="compNode" presStyleCnt="0"/>
      <dgm:spPr/>
    </dgm:pt>
    <dgm:pt modelId="{85BF6BFF-8152-422B-8542-8866587FF212}" type="pres">
      <dgm:prSet presAssocID="{C015CB79-E943-4A2D-908F-92A2DB9CFBCD}" presName="bgRect" presStyleLbl="bgShp" presStyleIdx="1" presStyleCnt="4"/>
      <dgm:spPr/>
    </dgm:pt>
    <dgm:pt modelId="{5F9FC4BE-A574-4FC4-9BE2-ACEBEB63D9FC}" type="pres">
      <dgm:prSet presAssocID="{C015CB79-E943-4A2D-908F-92A2DB9CFBC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CE32C3A8-493E-4146-BFED-FD22ADCA8C01}" type="pres">
      <dgm:prSet presAssocID="{C015CB79-E943-4A2D-908F-92A2DB9CFBCD}" presName="spaceRect" presStyleCnt="0"/>
      <dgm:spPr/>
    </dgm:pt>
    <dgm:pt modelId="{2257E7E5-108C-4E43-884C-FDFCAA75339E}" type="pres">
      <dgm:prSet presAssocID="{C015CB79-E943-4A2D-908F-92A2DB9CFBCD}" presName="parTx" presStyleLbl="revTx" presStyleIdx="1" presStyleCnt="4">
        <dgm:presLayoutVars>
          <dgm:chMax val="0"/>
          <dgm:chPref val="0"/>
        </dgm:presLayoutVars>
      </dgm:prSet>
      <dgm:spPr/>
    </dgm:pt>
    <dgm:pt modelId="{A63718CF-2774-4B75-9480-57ED8CA663B7}" type="pres">
      <dgm:prSet presAssocID="{5CAF913B-5294-43EE-B389-FD7FBE6D9C67}" presName="sibTrans" presStyleCnt="0"/>
      <dgm:spPr/>
    </dgm:pt>
    <dgm:pt modelId="{25A18C3D-B605-4960-A769-ED877ACF64A0}" type="pres">
      <dgm:prSet presAssocID="{4939268B-F81A-48EC-B7FD-8F1C270E1146}" presName="compNode" presStyleCnt="0"/>
      <dgm:spPr/>
    </dgm:pt>
    <dgm:pt modelId="{3006364E-DD53-4890-87EE-492A3AA5A9B3}" type="pres">
      <dgm:prSet presAssocID="{4939268B-F81A-48EC-B7FD-8F1C270E1146}" presName="bgRect" presStyleLbl="bgShp" presStyleIdx="2" presStyleCnt="4"/>
      <dgm:spPr/>
    </dgm:pt>
    <dgm:pt modelId="{1CD515BE-13D9-4A28-BAE1-BD5E06960C18}" type="pres">
      <dgm:prSet presAssocID="{4939268B-F81A-48EC-B7FD-8F1C270E114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F4FC06EB-E311-4607-8E36-05EFF8BC7204}" type="pres">
      <dgm:prSet presAssocID="{4939268B-F81A-48EC-B7FD-8F1C270E1146}" presName="spaceRect" presStyleCnt="0"/>
      <dgm:spPr/>
    </dgm:pt>
    <dgm:pt modelId="{DA14AE51-A458-4131-A725-AF6BF98815B5}" type="pres">
      <dgm:prSet presAssocID="{4939268B-F81A-48EC-B7FD-8F1C270E1146}" presName="parTx" presStyleLbl="revTx" presStyleIdx="2" presStyleCnt="4">
        <dgm:presLayoutVars>
          <dgm:chMax val="0"/>
          <dgm:chPref val="0"/>
        </dgm:presLayoutVars>
      </dgm:prSet>
      <dgm:spPr/>
    </dgm:pt>
    <dgm:pt modelId="{AA5A3AA5-78E7-4186-98C0-8545C54405E1}" type="pres">
      <dgm:prSet presAssocID="{E94A4CEF-C385-456B-B33D-5A26F056D5CE}" presName="sibTrans" presStyleCnt="0"/>
      <dgm:spPr/>
    </dgm:pt>
    <dgm:pt modelId="{54EA52E3-C312-4B69-B15E-59349AF6CB3A}" type="pres">
      <dgm:prSet presAssocID="{F5218C14-DD37-4EAA-B5AD-CFD3ACC0BBD6}" presName="compNode" presStyleCnt="0"/>
      <dgm:spPr/>
    </dgm:pt>
    <dgm:pt modelId="{7C0225F0-C48F-4C00-B6BA-632E10C8021E}" type="pres">
      <dgm:prSet presAssocID="{F5218C14-DD37-4EAA-B5AD-CFD3ACC0BBD6}" presName="bgRect" presStyleLbl="bgShp" presStyleIdx="3" presStyleCnt="4"/>
      <dgm:spPr/>
    </dgm:pt>
    <dgm:pt modelId="{47402757-B7E3-48B0-A489-3645DF787436}" type="pres">
      <dgm:prSet presAssocID="{F5218C14-DD37-4EAA-B5AD-CFD3ACC0BBD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66AAD72-7973-4DA6-A2C3-CE4E1955F8A6}" type="pres">
      <dgm:prSet presAssocID="{F5218C14-DD37-4EAA-B5AD-CFD3ACC0BBD6}" presName="spaceRect" presStyleCnt="0"/>
      <dgm:spPr/>
    </dgm:pt>
    <dgm:pt modelId="{205D2333-D0D2-4B7C-90F2-4E9C4BE81A23}" type="pres">
      <dgm:prSet presAssocID="{F5218C14-DD37-4EAA-B5AD-CFD3ACC0BBD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F10981A-F38F-4137-A4A4-0C551AD0E6C4}" srcId="{D8444959-54FA-4FAB-8A6A-05EE4E3EF4C6}" destId="{4939268B-F81A-48EC-B7FD-8F1C270E1146}" srcOrd="2" destOrd="0" parTransId="{35AC1387-E93C-4F41-BBAD-CF1865458B4C}" sibTransId="{E94A4CEF-C385-456B-B33D-5A26F056D5CE}"/>
    <dgm:cxn modelId="{FEE10727-7CBE-432A-9C95-111EFA2A27C0}" type="presOf" srcId="{D8444959-54FA-4FAB-8A6A-05EE4E3EF4C6}" destId="{E4E909F0-CD16-47D7-B257-F84128D30019}" srcOrd="0" destOrd="0" presId="urn:microsoft.com/office/officeart/2018/2/layout/IconVerticalSolidList"/>
    <dgm:cxn modelId="{A5803E30-3C3F-4C63-9716-1C58FD07FEFD}" srcId="{D8444959-54FA-4FAB-8A6A-05EE4E3EF4C6}" destId="{C015CB79-E943-4A2D-908F-92A2DB9CFBCD}" srcOrd="1" destOrd="0" parTransId="{AF13A6CF-B7F0-4DEF-A093-9F675A7B4305}" sibTransId="{5CAF913B-5294-43EE-B389-FD7FBE6D9C67}"/>
    <dgm:cxn modelId="{C5F33A64-C62B-4164-881A-FED357E34558}" type="presOf" srcId="{D88094E3-6B5B-4FE5-9E47-3B9560FD482F}" destId="{C6F146C2-0CCF-4D33-8693-6CE11AE8FFF1}" srcOrd="0" destOrd="0" presId="urn:microsoft.com/office/officeart/2018/2/layout/IconVerticalSolidList"/>
    <dgm:cxn modelId="{D629D948-9205-4503-9492-604EDBFB85D6}" type="presOf" srcId="{4939268B-F81A-48EC-B7FD-8F1C270E1146}" destId="{DA14AE51-A458-4131-A725-AF6BF98815B5}" srcOrd="0" destOrd="0" presId="urn:microsoft.com/office/officeart/2018/2/layout/IconVerticalSolidList"/>
    <dgm:cxn modelId="{1F7F7E6C-59BD-45F6-8C87-F4DC56993278}" type="presOf" srcId="{C015CB79-E943-4A2D-908F-92A2DB9CFBCD}" destId="{2257E7E5-108C-4E43-884C-FDFCAA75339E}" srcOrd="0" destOrd="0" presId="urn:microsoft.com/office/officeart/2018/2/layout/IconVerticalSolidList"/>
    <dgm:cxn modelId="{F3EB7F8A-50B4-450F-AF87-D164147E3EF2}" type="presOf" srcId="{F5218C14-DD37-4EAA-B5AD-CFD3ACC0BBD6}" destId="{205D2333-D0D2-4B7C-90F2-4E9C4BE81A23}" srcOrd="0" destOrd="0" presId="urn:microsoft.com/office/officeart/2018/2/layout/IconVerticalSolidList"/>
    <dgm:cxn modelId="{1CBF2C99-2114-4EEA-8A8F-84F5DFC52B16}" srcId="{D8444959-54FA-4FAB-8A6A-05EE4E3EF4C6}" destId="{F5218C14-DD37-4EAA-B5AD-CFD3ACC0BBD6}" srcOrd="3" destOrd="0" parTransId="{BC190A34-5E6B-4FF5-AF98-A560997E8427}" sibTransId="{E4911A0D-E5AD-4E67-B8CC-5185CBFFDA4C}"/>
    <dgm:cxn modelId="{EC63C3F4-37E4-4C63-A004-F1458873EEF3}" srcId="{D8444959-54FA-4FAB-8A6A-05EE4E3EF4C6}" destId="{D88094E3-6B5B-4FE5-9E47-3B9560FD482F}" srcOrd="0" destOrd="0" parTransId="{EFAE1710-5619-4E80-8E99-74F446EEB623}" sibTransId="{4DEC77E3-ECF8-48A2-ACC0-1B124048EBBF}"/>
    <dgm:cxn modelId="{1C2A0B14-A125-4297-93F6-31833D1B097F}" type="presParOf" srcId="{E4E909F0-CD16-47D7-B257-F84128D30019}" destId="{CB055761-FA4A-4E3E-82D1-E1C081303DA2}" srcOrd="0" destOrd="0" presId="urn:microsoft.com/office/officeart/2018/2/layout/IconVerticalSolidList"/>
    <dgm:cxn modelId="{3FAE71CE-10CE-4AE5-882F-648BE9985842}" type="presParOf" srcId="{CB055761-FA4A-4E3E-82D1-E1C081303DA2}" destId="{5A39DA44-D595-44C5-9B99-F9BC8751E03F}" srcOrd="0" destOrd="0" presId="urn:microsoft.com/office/officeart/2018/2/layout/IconVerticalSolidList"/>
    <dgm:cxn modelId="{2050F78A-F9CF-4FB4-9ED2-113A9724E5AB}" type="presParOf" srcId="{CB055761-FA4A-4E3E-82D1-E1C081303DA2}" destId="{F472035D-A9E8-4C72-A9EA-B47A73EFE70C}" srcOrd="1" destOrd="0" presId="urn:microsoft.com/office/officeart/2018/2/layout/IconVerticalSolidList"/>
    <dgm:cxn modelId="{28690BCF-303C-4C44-A426-2ABAA89580B9}" type="presParOf" srcId="{CB055761-FA4A-4E3E-82D1-E1C081303DA2}" destId="{02F3504C-AE48-4A17-A110-61C3429F4CAC}" srcOrd="2" destOrd="0" presId="urn:microsoft.com/office/officeart/2018/2/layout/IconVerticalSolidList"/>
    <dgm:cxn modelId="{D61E9956-69F9-45F1-BA6C-060DEE8CD57E}" type="presParOf" srcId="{CB055761-FA4A-4E3E-82D1-E1C081303DA2}" destId="{C6F146C2-0CCF-4D33-8693-6CE11AE8FFF1}" srcOrd="3" destOrd="0" presId="urn:microsoft.com/office/officeart/2018/2/layout/IconVerticalSolidList"/>
    <dgm:cxn modelId="{833536D8-ED56-4659-A178-50698ADBA4EC}" type="presParOf" srcId="{E4E909F0-CD16-47D7-B257-F84128D30019}" destId="{2E5FE7C5-D991-4592-99E8-95BDB03CF3A7}" srcOrd="1" destOrd="0" presId="urn:microsoft.com/office/officeart/2018/2/layout/IconVerticalSolidList"/>
    <dgm:cxn modelId="{3BA18F1D-69B6-43BD-AD37-28329AE9D30E}" type="presParOf" srcId="{E4E909F0-CD16-47D7-B257-F84128D30019}" destId="{93D75FA3-8296-4843-BE95-388EA0CB0714}" srcOrd="2" destOrd="0" presId="urn:microsoft.com/office/officeart/2018/2/layout/IconVerticalSolidList"/>
    <dgm:cxn modelId="{3CE67B69-B76E-44A1-A70B-396DF7F1D560}" type="presParOf" srcId="{93D75FA3-8296-4843-BE95-388EA0CB0714}" destId="{85BF6BFF-8152-422B-8542-8866587FF212}" srcOrd="0" destOrd="0" presId="urn:microsoft.com/office/officeart/2018/2/layout/IconVerticalSolidList"/>
    <dgm:cxn modelId="{1997A4AC-9C42-4A5A-9DD7-961A8EA3FC7C}" type="presParOf" srcId="{93D75FA3-8296-4843-BE95-388EA0CB0714}" destId="{5F9FC4BE-A574-4FC4-9BE2-ACEBEB63D9FC}" srcOrd="1" destOrd="0" presId="urn:microsoft.com/office/officeart/2018/2/layout/IconVerticalSolidList"/>
    <dgm:cxn modelId="{2213746E-F94A-4459-B7BC-3AEB60A11A35}" type="presParOf" srcId="{93D75FA3-8296-4843-BE95-388EA0CB0714}" destId="{CE32C3A8-493E-4146-BFED-FD22ADCA8C01}" srcOrd="2" destOrd="0" presId="urn:microsoft.com/office/officeart/2018/2/layout/IconVerticalSolidList"/>
    <dgm:cxn modelId="{8CA9EDB3-8C1A-4E6E-B434-1D53EB42148B}" type="presParOf" srcId="{93D75FA3-8296-4843-BE95-388EA0CB0714}" destId="{2257E7E5-108C-4E43-884C-FDFCAA75339E}" srcOrd="3" destOrd="0" presId="urn:microsoft.com/office/officeart/2018/2/layout/IconVerticalSolidList"/>
    <dgm:cxn modelId="{D233BD96-9E29-49EA-9BBB-FDDC8487C3EA}" type="presParOf" srcId="{E4E909F0-CD16-47D7-B257-F84128D30019}" destId="{A63718CF-2774-4B75-9480-57ED8CA663B7}" srcOrd="3" destOrd="0" presId="urn:microsoft.com/office/officeart/2018/2/layout/IconVerticalSolidList"/>
    <dgm:cxn modelId="{1E69AD85-4881-4DC6-9A2B-B4642892B3BA}" type="presParOf" srcId="{E4E909F0-CD16-47D7-B257-F84128D30019}" destId="{25A18C3D-B605-4960-A769-ED877ACF64A0}" srcOrd="4" destOrd="0" presId="urn:microsoft.com/office/officeart/2018/2/layout/IconVerticalSolidList"/>
    <dgm:cxn modelId="{933E4D64-14A1-4E08-97C3-31C4FD826734}" type="presParOf" srcId="{25A18C3D-B605-4960-A769-ED877ACF64A0}" destId="{3006364E-DD53-4890-87EE-492A3AA5A9B3}" srcOrd="0" destOrd="0" presId="urn:microsoft.com/office/officeart/2018/2/layout/IconVerticalSolidList"/>
    <dgm:cxn modelId="{23404146-086D-4366-BE0F-2CDA64DF1566}" type="presParOf" srcId="{25A18C3D-B605-4960-A769-ED877ACF64A0}" destId="{1CD515BE-13D9-4A28-BAE1-BD5E06960C18}" srcOrd="1" destOrd="0" presId="urn:microsoft.com/office/officeart/2018/2/layout/IconVerticalSolidList"/>
    <dgm:cxn modelId="{5EB5F8E0-9EFA-4676-9D64-AFAD597FB00A}" type="presParOf" srcId="{25A18C3D-B605-4960-A769-ED877ACF64A0}" destId="{F4FC06EB-E311-4607-8E36-05EFF8BC7204}" srcOrd="2" destOrd="0" presId="urn:microsoft.com/office/officeart/2018/2/layout/IconVerticalSolidList"/>
    <dgm:cxn modelId="{0C54A38C-491A-4838-A380-1F371D5B73C9}" type="presParOf" srcId="{25A18C3D-B605-4960-A769-ED877ACF64A0}" destId="{DA14AE51-A458-4131-A725-AF6BF98815B5}" srcOrd="3" destOrd="0" presId="urn:microsoft.com/office/officeart/2018/2/layout/IconVerticalSolidList"/>
    <dgm:cxn modelId="{A21144FD-7D32-4821-A18C-3EEB6B9AAF25}" type="presParOf" srcId="{E4E909F0-CD16-47D7-B257-F84128D30019}" destId="{AA5A3AA5-78E7-4186-98C0-8545C54405E1}" srcOrd="5" destOrd="0" presId="urn:microsoft.com/office/officeart/2018/2/layout/IconVerticalSolidList"/>
    <dgm:cxn modelId="{41ECF4B4-3C68-4482-B724-B485DFD9736F}" type="presParOf" srcId="{E4E909F0-CD16-47D7-B257-F84128D30019}" destId="{54EA52E3-C312-4B69-B15E-59349AF6CB3A}" srcOrd="6" destOrd="0" presId="urn:microsoft.com/office/officeart/2018/2/layout/IconVerticalSolidList"/>
    <dgm:cxn modelId="{C71E47CA-9E6C-4F68-BAA1-20B4BC5E5EDA}" type="presParOf" srcId="{54EA52E3-C312-4B69-B15E-59349AF6CB3A}" destId="{7C0225F0-C48F-4C00-B6BA-632E10C8021E}" srcOrd="0" destOrd="0" presId="urn:microsoft.com/office/officeart/2018/2/layout/IconVerticalSolidList"/>
    <dgm:cxn modelId="{CA12D44D-A38D-425C-B9E6-D99F2BC58B07}" type="presParOf" srcId="{54EA52E3-C312-4B69-B15E-59349AF6CB3A}" destId="{47402757-B7E3-48B0-A489-3645DF787436}" srcOrd="1" destOrd="0" presId="urn:microsoft.com/office/officeart/2018/2/layout/IconVerticalSolidList"/>
    <dgm:cxn modelId="{619211B9-1841-487F-BF6B-E0B3F01D2832}" type="presParOf" srcId="{54EA52E3-C312-4B69-B15E-59349AF6CB3A}" destId="{466AAD72-7973-4DA6-A2C3-CE4E1955F8A6}" srcOrd="2" destOrd="0" presId="urn:microsoft.com/office/officeart/2018/2/layout/IconVerticalSolidList"/>
    <dgm:cxn modelId="{6F414B5C-8F11-468B-AA83-05DEF93E8925}" type="presParOf" srcId="{54EA52E3-C312-4B69-B15E-59349AF6CB3A}" destId="{205D2333-D0D2-4B7C-90F2-4E9C4BE81A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E351251-D3A9-49CF-B1F0-CAA2DA8BEF9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750D70A-2932-4500-82F3-EF060D942D3A}">
      <dgm:prSet/>
      <dgm:spPr/>
      <dgm:t>
        <a:bodyPr/>
        <a:lstStyle/>
        <a:p>
          <a:r>
            <a:rPr lang="en-GB" dirty="0"/>
            <a:t>Self created server, hosted on a Raspberry Pi, giving high privacy and ownership of the server</a:t>
          </a:r>
          <a:endParaRPr lang="en-US" dirty="0"/>
        </a:p>
      </dgm:t>
    </dgm:pt>
    <dgm:pt modelId="{4C17F086-8399-4ADA-A612-215723A40AB8}" type="parTrans" cxnId="{08C5309B-AA32-4E40-B56A-03BD74603B29}">
      <dgm:prSet/>
      <dgm:spPr/>
      <dgm:t>
        <a:bodyPr/>
        <a:lstStyle/>
        <a:p>
          <a:endParaRPr lang="en-US"/>
        </a:p>
      </dgm:t>
    </dgm:pt>
    <dgm:pt modelId="{C544814B-BDC2-4BCB-9CDE-554495B7FD33}" type="sibTrans" cxnId="{08C5309B-AA32-4E40-B56A-03BD74603B29}">
      <dgm:prSet/>
      <dgm:spPr/>
      <dgm:t>
        <a:bodyPr/>
        <a:lstStyle/>
        <a:p>
          <a:endParaRPr lang="en-US"/>
        </a:p>
      </dgm:t>
    </dgm:pt>
    <dgm:pt modelId="{0F761F25-F0DF-42A4-B3C4-F47D01FD1B94}">
      <dgm:prSet/>
      <dgm:spPr/>
      <dgm:t>
        <a:bodyPr/>
        <a:lstStyle/>
        <a:p>
          <a:r>
            <a:rPr lang="en-GB" dirty="0"/>
            <a:t>Secure by Design approach – HMAC request signing for secure requests, IP-based rate limiting</a:t>
          </a:r>
          <a:endParaRPr lang="en-US" dirty="0"/>
        </a:p>
      </dgm:t>
    </dgm:pt>
    <dgm:pt modelId="{95191820-9EB6-4C57-8239-DF3C5238B9C5}" type="parTrans" cxnId="{3EC2DDDB-1B65-4841-9DE7-7CF61F19F7BE}">
      <dgm:prSet/>
      <dgm:spPr/>
      <dgm:t>
        <a:bodyPr/>
        <a:lstStyle/>
        <a:p>
          <a:endParaRPr lang="en-US"/>
        </a:p>
      </dgm:t>
    </dgm:pt>
    <dgm:pt modelId="{6A5CE419-A80F-4F46-A29F-A6F341C2E64B}" type="sibTrans" cxnId="{3EC2DDDB-1B65-4841-9DE7-7CF61F19F7BE}">
      <dgm:prSet/>
      <dgm:spPr/>
      <dgm:t>
        <a:bodyPr/>
        <a:lstStyle/>
        <a:p>
          <a:endParaRPr lang="en-US"/>
        </a:p>
      </dgm:t>
    </dgm:pt>
    <dgm:pt modelId="{E0BF230E-0513-4AE3-B29A-4B63225E6473}">
      <dgm:prSet/>
      <dgm:spPr/>
      <dgm:t>
        <a:bodyPr/>
        <a:lstStyle/>
        <a:p>
          <a:r>
            <a:rPr lang="en-GB"/>
            <a:t>CRUD Operations fully functional, with additional options for filtering, sorting and analysis</a:t>
          </a:r>
          <a:endParaRPr lang="en-US"/>
        </a:p>
      </dgm:t>
    </dgm:pt>
    <dgm:pt modelId="{8EB5CF93-9F8C-42B9-A603-943BF57D6F61}" type="parTrans" cxnId="{92D8CEDE-CAB8-4DB2-91F4-12E0C7FE64ED}">
      <dgm:prSet/>
      <dgm:spPr/>
      <dgm:t>
        <a:bodyPr/>
        <a:lstStyle/>
        <a:p>
          <a:endParaRPr lang="en-US"/>
        </a:p>
      </dgm:t>
    </dgm:pt>
    <dgm:pt modelId="{6D160E0C-E634-4755-A0AE-A78AA89D52D6}" type="sibTrans" cxnId="{92D8CEDE-CAB8-4DB2-91F4-12E0C7FE64ED}">
      <dgm:prSet/>
      <dgm:spPr/>
      <dgm:t>
        <a:bodyPr/>
        <a:lstStyle/>
        <a:p>
          <a:endParaRPr lang="en-US"/>
        </a:p>
      </dgm:t>
    </dgm:pt>
    <dgm:pt modelId="{A76E68CF-0088-4B01-BB83-ED617666BA61}">
      <dgm:prSet/>
      <dgm:spPr/>
      <dgm:t>
        <a:bodyPr/>
        <a:lstStyle/>
        <a:p>
          <a:r>
            <a:rPr lang="en-GB"/>
            <a:t>Call out to multiple different Kaggle datasets, and accumulated in multiple database tables</a:t>
          </a:r>
          <a:endParaRPr lang="en-US"/>
        </a:p>
      </dgm:t>
    </dgm:pt>
    <dgm:pt modelId="{2CBE36F9-825B-46FA-893E-35F320C09CED}" type="parTrans" cxnId="{81DB7A64-665E-48BE-A00C-7F37DAA20704}">
      <dgm:prSet/>
      <dgm:spPr/>
      <dgm:t>
        <a:bodyPr/>
        <a:lstStyle/>
        <a:p>
          <a:endParaRPr lang="en-US"/>
        </a:p>
      </dgm:t>
    </dgm:pt>
    <dgm:pt modelId="{9A61A2FA-AD8D-404B-BE76-063F237822EA}" type="sibTrans" cxnId="{81DB7A64-665E-48BE-A00C-7F37DAA20704}">
      <dgm:prSet/>
      <dgm:spPr/>
      <dgm:t>
        <a:bodyPr/>
        <a:lstStyle/>
        <a:p>
          <a:endParaRPr lang="en-US"/>
        </a:p>
      </dgm:t>
    </dgm:pt>
    <dgm:pt modelId="{A970D6A1-9FD3-43CF-A8BC-1810F9E262BE}" type="pres">
      <dgm:prSet presAssocID="{4E351251-D3A9-49CF-B1F0-CAA2DA8BEF99}" presName="root" presStyleCnt="0">
        <dgm:presLayoutVars>
          <dgm:dir/>
          <dgm:resizeHandles val="exact"/>
        </dgm:presLayoutVars>
      </dgm:prSet>
      <dgm:spPr/>
    </dgm:pt>
    <dgm:pt modelId="{2DF4A1F5-C6C7-4093-8116-5B7064CBF80C}" type="pres">
      <dgm:prSet presAssocID="{4E351251-D3A9-49CF-B1F0-CAA2DA8BEF99}" presName="container" presStyleCnt="0">
        <dgm:presLayoutVars>
          <dgm:dir/>
          <dgm:resizeHandles val="exact"/>
        </dgm:presLayoutVars>
      </dgm:prSet>
      <dgm:spPr/>
    </dgm:pt>
    <dgm:pt modelId="{2B80BC39-89D3-425F-93C7-A9244F4A4434}" type="pres">
      <dgm:prSet presAssocID="{E750D70A-2932-4500-82F3-EF060D942D3A}" presName="compNode" presStyleCnt="0"/>
      <dgm:spPr/>
    </dgm:pt>
    <dgm:pt modelId="{59F4C502-F1AB-48EF-97B1-E86669022819}" type="pres">
      <dgm:prSet presAssocID="{E750D70A-2932-4500-82F3-EF060D942D3A}" presName="iconBgRect" presStyleLbl="bgShp" presStyleIdx="0" presStyleCnt="4"/>
      <dgm:spPr/>
    </dgm:pt>
    <dgm:pt modelId="{97FADAA0-EC28-4BC7-A095-FE7700DF8CE5}" type="pres">
      <dgm:prSet presAssocID="{E750D70A-2932-4500-82F3-EF060D942D3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8589AE8-6D7C-4287-A580-DAA76E7E99BB}" type="pres">
      <dgm:prSet presAssocID="{E750D70A-2932-4500-82F3-EF060D942D3A}" presName="spaceRect" presStyleCnt="0"/>
      <dgm:spPr/>
    </dgm:pt>
    <dgm:pt modelId="{DCF64B57-2D6C-4619-A706-9DA52F336BB6}" type="pres">
      <dgm:prSet presAssocID="{E750D70A-2932-4500-82F3-EF060D942D3A}" presName="textRect" presStyleLbl="revTx" presStyleIdx="0" presStyleCnt="4">
        <dgm:presLayoutVars>
          <dgm:chMax val="1"/>
          <dgm:chPref val="1"/>
        </dgm:presLayoutVars>
      </dgm:prSet>
      <dgm:spPr/>
    </dgm:pt>
    <dgm:pt modelId="{30248110-A17B-4B9A-88FA-EA7838CE4C4C}" type="pres">
      <dgm:prSet presAssocID="{C544814B-BDC2-4BCB-9CDE-554495B7FD33}" presName="sibTrans" presStyleLbl="sibTrans2D1" presStyleIdx="0" presStyleCnt="0"/>
      <dgm:spPr/>
    </dgm:pt>
    <dgm:pt modelId="{C9F51422-C810-4B1F-B6E7-5C4762A4B0A2}" type="pres">
      <dgm:prSet presAssocID="{0F761F25-F0DF-42A4-B3C4-F47D01FD1B94}" presName="compNode" presStyleCnt="0"/>
      <dgm:spPr/>
    </dgm:pt>
    <dgm:pt modelId="{57E549B3-5BDF-49C9-B162-322728513895}" type="pres">
      <dgm:prSet presAssocID="{0F761F25-F0DF-42A4-B3C4-F47D01FD1B94}" presName="iconBgRect" presStyleLbl="bgShp" presStyleIdx="1" presStyleCnt="4"/>
      <dgm:spPr/>
    </dgm:pt>
    <dgm:pt modelId="{89B1BC52-715B-4403-9B80-CC42C3FDD199}" type="pres">
      <dgm:prSet presAssocID="{0F761F25-F0DF-42A4-B3C4-F47D01FD1B9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C11F776-3C29-4546-AEA8-627FDE7A9093}" type="pres">
      <dgm:prSet presAssocID="{0F761F25-F0DF-42A4-B3C4-F47D01FD1B94}" presName="spaceRect" presStyleCnt="0"/>
      <dgm:spPr/>
    </dgm:pt>
    <dgm:pt modelId="{C222646B-C37F-4DDD-9D1D-50EB82B20E7D}" type="pres">
      <dgm:prSet presAssocID="{0F761F25-F0DF-42A4-B3C4-F47D01FD1B94}" presName="textRect" presStyleLbl="revTx" presStyleIdx="1" presStyleCnt="4">
        <dgm:presLayoutVars>
          <dgm:chMax val="1"/>
          <dgm:chPref val="1"/>
        </dgm:presLayoutVars>
      </dgm:prSet>
      <dgm:spPr/>
    </dgm:pt>
    <dgm:pt modelId="{632D6988-FFC3-42C3-8E9C-AC8F83AA83F3}" type="pres">
      <dgm:prSet presAssocID="{6A5CE419-A80F-4F46-A29F-A6F341C2E64B}" presName="sibTrans" presStyleLbl="sibTrans2D1" presStyleIdx="0" presStyleCnt="0"/>
      <dgm:spPr/>
    </dgm:pt>
    <dgm:pt modelId="{090F3836-94D8-4A5D-A103-AF33424F7CED}" type="pres">
      <dgm:prSet presAssocID="{E0BF230E-0513-4AE3-B29A-4B63225E6473}" presName="compNode" presStyleCnt="0"/>
      <dgm:spPr/>
    </dgm:pt>
    <dgm:pt modelId="{57730B5F-2093-4317-86F5-17C6B05874FD}" type="pres">
      <dgm:prSet presAssocID="{E0BF230E-0513-4AE3-B29A-4B63225E6473}" presName="iconBgRect" presStyleLbl="bgShp" presStyleIdx="2" presStyleCnt="4"/>
      <dgm:spPr/>
    </dgm:pt>
    <dgm:pt modelId="{FEBCCE7D-8A4A-4DB3-9132-629BD4113AE5}" type="pres">
      <dgm:prSet presAssocID="{E0BF230E-0513-4AE3-B29A-4B63225E647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A2B5D1C8-F798-43AD-B676-E123FB24B7C4}" type="pres">
      <dgm:prSet presAssocID="{E0BF230E-0513-4AE3-B29A-4B63225E6473}" presName="spaceRect" presStyleCnt="0"/>
      <dgm:spPr/>
    </dgm:pt>
    <dgm:pt modelId="{BEB0B6D1-AF8A-4629-88C3-9E84AC213811}" type="pres">
      <dgm:prSet presAssocID="{E0BF230E-0513-4AE3-B29A-4B63225E6473}" presName="textRect" presStyleLbl="revTx" presStyleIdx="2" presStyleCnt="4">
        <dgm:presLayoutVars>
          <dgm:chMax val="1"/>
          <dgm:chPref val="1"/>
        </dgm:presLayoutVars>
      </dgm:prSet>
      <dgm:spPr/>
    </dgm:pt>
    <dgm:pt modelId="{C30EC00B-7AE0-42B8-BA11-F0D76A362814}" type="pres">
      <dgm:prSet presAssocID="{6D160E0C-E634-4755-A0AE-A78AA89D52D6}" presName="sibTrans" presStyleLbl="sibTrans2D1" presStyleIdx="0" presStyleCnt="0"/>
      <dgm:spPr/>
    </dgm:pt>
    <dgm:pt modelId="{5E4A9EAB-8D86-45D2-83B2-61E439283811}" type="pres">
      <dgm:prSet presAssocID="{A76E68CF-0088-4B01-BB83-ED617666BA61}" presName="compNode" presStyleCnt="0"/>
      <dgm:spPr/>
    </dgm:pt>
    <dgm:pt modelId="{8DDD2522-7142-47CB-B17A-10B4DB014E27}" type="pres">
      <dgm:prSet presAssocID="{A76E68CF-0088-4B01-BB83-ED617666BA61}" presName="iconBgRect" presStyleLbl="bgShp" presStyleIdx="3" presStyleCnt="4"/>
      <dgm:spPr/>
    </dgm:pt>
    <dgm:pt modelId="{9B44DBAB-1A56-42DF-8FA8-FC5B84F43061}" type="pres">
      <dgm:prSet presAssocID="{A76E68CF-0088-4B01-BB83-ED617666BA6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708BB42-64CB-43C5-AEA5-1B636230DDD1}" type="pres">
      <dgm:prSet presAssocID="{A76E68CF-0088-4B01-BB83-ED617666BA61}" presName="spaceRect" presStyleCnt="0"/>
      <dgm:spPr/>
    </dgm:pt>
    <dgm:pt modelId="{BE999A16-CA3F-472C-A88C-9B7E48356072}" type="pres">
      <dgm:prSet presAssocID="{A76E68CF-0088-4B01-BB83-ED617666BA6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319B10D-D2C1-49F4-9417-A9029B16D685}" type="presOf" srcId="{C544814B-BDC2-4BCB-9CDE-554495B7FD33}" destId="{30248110-A17B-4B9A-88FA-EA7838CE4C4C}" srcOrd="0" destOrd="0" presId="urn:microsoft.com/office/officeart/2018/2/layout/IconCircleList"/>
    <dgm:cxn modelId="{D3D4320E-AC69-405A-A1BE-A14F9B6C46EF}" type="presOf" srcId="{4E351251-D3A9-49CF-B1F0-CAA2DA8BEF99}" destId="{A970D6A1-9FD3-43CF-A8BC-1810F9E262BE}" srcOrd="0" destOrd="0" presId="urn:microsoft.com/office/officeart/2018/2/layout/IconCircleList"/>
    <dgm:cxn modelId="{719B8220-7183-4B7F-9D30-662E010CFF1F}" type="presOf" srcId="{E0BF230E-0513-4AE3-B29A-4B63225E6473}" destId="{BEB0B6D1-AF8A-4629-88C3-9E84AC213811}" srcOrd="0" destOrd="0" presId="urn:microsoft.com/office/officeart/2018/2/layout/IconCircleList"/>
    <dgm:cxn modelId="{81DB7A64-665E-48BE-A00C-7F37DAA20704}" srcId="{4E351251-D3A9-49CF-B1F0-CAA2DA8BEF99}" destId="{A76E68CF-0088-4B01-BB83-ED617666BA61}" srcOrd="3" destOrd="0" parTransId="{2CBE36F9-825B-46FA-893E-35F320C09CED}" sibTransId="{9A61A2FA-AD8D-404B-BE76-063F237822EA}"/>
    <dgm:cxn modelId="{8B590067-B921-4661-B95A-AC07FE69D8E2}" type="presOf" srcId="{E750D70A-2932-4500-82F3-EF060D942D3A}" destId="{DCF64B57-2D6C-4619-A706-9DA52F336BB6}" srcOrd="0" destOrd="0" presId="urn:microsoft.com/office/officeart/2018/2/layout/IconCircleList"/>
    <dgm:cxn modelId="{92746A57-D00A-4386-9AC2-119EE2ECA13E}" type="presOf" srcId="{6D160E0C-E634-4755-A0AE-A78AA89D52D6}" destId="{C30EC00B-7AE0-42B8-BA11-F0D76A362814}" srcOrd="0" destOrd="0" presId="urn:microsoft.com/office/officeart/2018/2/layout/IconCircleList"/>
    <dgm:cxn modelId="{59735B86-D61D-44CD-AEA2-B5DC4F020E72}" type="presOf" srcId="{A76E68CF-0088-4B01-BB83-ED617666BA61}" destId="{BE999A16-CA3F-472C-A88C-9B7E48356072}" srcOrd="0" destOrd="0" presId="urn:microsoft.com/office/officeart/2018/2/layout/IconCircleList"/>
    <dgm:cxn modelId="{08C5309B-AA32-4E40-B56A-03BD74603B29}" srcId="{4E351251-D3A9-49CF-B1F0-CAA2DA8BEF99}" destId="{E750D70A-2932-4500-82F3-EF060D942D3A}" srcOrd="0" destOrd="0" parTransId="{4C17F086-8399-4ADA-A612-215723A40AB8}" sibTransId="{C544814B-BDC2-4BCB-9CDE-554495B7FD33}"/>
    <dgm:cxn modelId="{3C692AA5-E304-4E35-84E0-AAC8A2D8B57D}" type="presOf" srcId="{6A5CE419-A80F-4F46-A29F-A6F341C2E64B}" destId="{632D6988-FFC3-42C3-8E9C-AC8F83AA83F3}" srcOrd="0" destOrd="0" presId="urn:microsoft.com/office/officeart/2018/2/layout/IconCircleList"/>
    <dgm:cxn modelId="{291B20B8-F947-4B9D-A647-89E42A6F4FBE}" type="presOf" srcId="{0F761F25-F0DF-42A4-B3C4-F47D01FD1B94}" destId="{C222646B-C37F-4DDD-9D1D-50EB82B20E7D}" srcOrd="0" destOrd="0" presId="urn:microsoft.com/office/officeart/2018/2/layout/IconCircleList"/>
    <dgm:cxn modelId="{3EC2DDDB-1B65-4841-9DE7-7CF61F19F7BE}" srcId="{4E351251-D3A9-49CF-B1F0-CAA2DA8BEF99}" destId="{0F761F25-F0DF-42A4-B3C4-F47D01FD1B94}" srcOrd="1" destOrd="0" parTransId="{95191820-9EB6-4C57-8239-DF3C5238B9C5}" sibTransId="{6A5CE419-A80F-4F46-A29F-A6F341C2E64B}"/>
    <dgm:cxn modelId="{92D8CEDE-CAB8-4DB2-91F4-12E0C7FE64ED}" srcId="{4E351251-D3A9-49CF-B1F0-CAA2DA8BEF99}" destId="{E0BF230E-0513-4AE3-B29A-4B63225E6473}" srcOrd="2" destOrd="0" parTransId="{8EB5CF93-9F8C-42B9-A603-943BF57D6F61}" sibTransId="{6D160E0C-E634-4755-A0AE-A78AA89D52D6}"/>
    <dgm:cxn modelId="{2F7755DF-837D-4AC7-80E9-33694B2C9D11}" type="presParOf" srcId="{A970D6A1-9FD3-43CF-A8BC-1810F9E262BE}" destId="{2DF4A1F5-C6C7-4093-8116-5B7064CBF80C}" srcOrd="0" destOrd="0" presId="urn:microsoft.com/office/officeart/2018/2/layout/IconCircleList"/>
    <dgm:cxn modelId="{500AC194-F25F-49C4-8D3B-1A534867C2E6}" type="presParOf" srcId="{2DF4A1F5-C6C7-4093-8116-5B7064CBF80C}" destId="{2B80BC39-89D3-425F-93C7-A9244F4A4434}" srcOrd="0" destOrd="0" presId="urn:microsoft.com/office/officeart/2018/2/layout/IconCircleList"/>
    <dgm:cxn modelId="{82A68E89-E3EC-4E22-8EFF-7EC0A7369ECC}" type="presParOf" srcId="{2B80BC39-89D3-425F-93C7-A9244F4A4434}" destId="{59F4C502-F1AB-48EF-97B1-E86669022819}" srcOrd="0" destOrd="0" presId="urn:microsoft.com/office/officeart/2018/2/layout/IconCircleList"/>
    <dgm:cxn modelId="{69A19970-4071-4187-9C4B-F076142D6FA4}" type="presParOf" srcId="{2B80BC39-89D3-425F-93C7-A9244F4A4434}" destId="{97FADAA0-EC28-4BC7-A095-FE7700DF8CE5}" srcOrd="1" destOrd="0" presId="urn:microsoft.com/office/officeart/2018/2/layout/IconCircleList"/>
    <dgm:cxn modelId="{EE30158C-EC00-4CC8-8D29-02FC7E84E7DD}" type="presParOf" srcId="{2B80BC39-89D3-425F-93C7-A9244F4A4434}" destId="{B8589AE8-6D7C-4287-A580-DAA76E7E99BB}" srcOrd="2" destOrd="0" presId="urn:microsoft.com/office/officeart/2018/2/layout/IconCircleList"/>
    <dgm:cxn modelId="{599E4B77-EBFA-4214-BF5B-1C4A8E3B9FFF}" type="presParOf" srcId="{2B80BC39-89D3-425F-93C7-A9244F4A4434}" destId="{DCF64B57-2D6C-4619-A706-9DA52F336BB6}" srcOrd="3" destOrd="0" presId="urn:microsoft.com/office/officeart/2018/2/layout/IconCircleList"/>
    <dgm:cxn modelId="{AC3FEF8F-297C-4B96-AE06-321117F524D5}" type="presParOf" srcId="{2DF4A1F5-C6C7-4093-8116-5B7064CBF80C}" destId="{30248110-A17B-4B9A-88FA-EA7838CE4C4C}" srcOrd="1" destOrd="0" presId="urn:microsoft.com/office/officeart/2018/2/layout/IconCircleList"/>
    <dgm:cxn modelId="{164F788C-37EF-49FA-9B4B-E9B08856AC1C}" type="presParOf" srcId="{2DF4A1F5-C6C7-4093-8116-5B7064CBF80C}" destId="{C9F51422-C810-4B1F-B6E7-5C4762A4B0A2}" srcOrd="2" destOrd="0" presId="urn:microsoft.com/office/officeart/2018/2/layout/IconCircleList"/>
    <dgm:cxn modelId="{A2C9A205-2837-424A-A95B-412BC318BA98}" type="presParOf" srcId="{C9F51422-C810-4B1F-B6E7-5C4762A4B0A2}" destId="{57E549B3-5BDF-49C9-B162-322728513895}" srcOrd="0" destOrd="0" presId="urn:microsoft.com/office/officeart/2018/2/layout/IconCircleList"/>
    <dgm:cxn modelId="{FC49ED65-72EA-4FAF-98E1-C98530376AB6}" type="presParOf" srcId="{C9F51422-C810-4B1F-B6E7-5C4762A4B0A2}" destId="{89B1BC52-715B-4403-9B80-CC42C3FDD199}" srcOrd="1" destOrd="0" presId="urn:microsoft.com/office/officeart/2018/2/layout/IconCircleList"/>
    <dgm:cxn modelId="{A79C63CA-D483-4636-9DA5-77AD1C7DDD1E}" type="presParOf" srcId="{C9F51422-C810-4B1F-B6E7-5C4762A4B0A2}" destId="{4C11F776-3C29-4546-AEA8-627FDE7A9093}" srcOrd="2" destOrd="0" presId="urn:microsoft.com/office/officeart/2018/2/layout/IconCircleList"/>
    <dgm:cxn modelId="{465428F7-8114-4EE9-BFF0-F51B75099159}" type="presParOf" srcId="{C9F51422-C810-4B1F-B6E7-5C4762A4B0A2}" destId="{C222646B-C37F-4DDD-9D1D-50EB82B20E7D}" srcOrd="3" destOrd="0" presId="urn:microsoft.com/office/officeart/2018/2/layout/IconCircleList"/>
    <dgm:cxn modelId="{E6B1168A-8ACE-47AF-AEDC-7DA8FFD5210B}" type="presParOf" srcId="{2DF4A1F5-C6C7-4093-8116-5B7064CBF80C}" destId="{632D6988-FFC3-42C3-8E9C-AC8F83AA83F3}" srcOrd="3" destOrd="0" presId="urn:microsoft.com/office/officeart/2018/2/layout/IconCircleList"/>
    <dgm:cxn modelId="{67776AA3-B048-43DE-8D3A-CDFFF42A3A67}" type="presParOf" srcId="{2DF4A1F5-C6C7-4093-8116-5B7064CBF80C}" destId="{090F3836-94D8-4A5D-A103-AF33424F7CED}" srcOrd="4" destOrd="0" presId="urn:microsoft.com/office/officeart/2018/2/layout/IconCircleList"/>
    <dgm:cxn modelId="{02FBCDDE-8363-4062-AF5E-9EEEDE8BB182}" type="presParOf" srcId="{090F3836-94D8-4A5D-A103-AF33424F7CED}" destId="{57730B5F-2093-4317-86F5-17C6B05874FD}" srcOrd="0" destOrd="0" presId="urn:microsoft.com/office/officeart/2018/2/layout/IconCircleList"/>
    <dgm:cxn modelId="{33C0A670-AD07-4237-AADD-4CC3209B074D}" type="presParOf" srcId="{090F3836-94D8-4A5D-A103-AF33424F7CED}" destId="{FEBCCE7D-8A4A-4DB3-9132-629BD4113AE5}" srcOrd="1" destOrd="0" presId="urn:microsoft.com/office/officeart/2018/2/layout/IconCircleList"/>
    <dgm:cxn modelId="{59C74697-0F53-4AA2-85F9-A8060CB02752}" type="presParOf" srcId="{090F3836-94D8-4A5D-A103-AF33424F7CED}" destId="{A2B5D1C8-F798-43AD-B676-E123FB24B7C4}" srcOrd="2" destOrd="0" presId="urn:microsoft.com/office/officeart/2018/2/layout/IconCircleList"/>
    <dgm:cxn modelId="{9849B3D0-BB41-426F-B5D4-FFC2755158E2}" type="presParOf" srcId="{090F3836-94D8-4A5D-A103-AF33424F7CED}" destId="{BEB0B6D1-AF8A-4629-88C3-9E84AC213811}" srcOrd="3" destOrd="0" presId="urn:microsoft.com/office/officeart/2018/2/layout/IconCircleList"/>
    <dgm:cxn modelId="{21F18B7F-E6C2-4EEC-B0C1-1E5C2802F7EE}" type="presParOf" srcId="{2DF4A1F5-C6C7-4093-8116-5B7064CBF80C}" destId="{C30EC00B-7AE0-42B8-BA11-F0D76A362814}" srcOrd="5" destOrd="0" presId="urn:microsoft.com/office/officeart/2018/2/layout/IconCircleList"/>
    <dgm:cxn modelId="{0C66BB89-0EE1-44D9-94E2-3F63F3875229}" type="presParOf" srcId="{2DF4A1F5-C6C7-4093-8116-5B7064CBF80C}" destId="{5E4A9EAB-8D86-45D2-83B2-61E439283811}" srcOrd="6" destOrd="0" presId="urn:microsoft.com/office/officeart/2018/2/layout/IconCircleList"/>
    <dgm:cxn modelId="{4CDEA2E9-C609-4B5D-B999-270355BCC0C4}" type="presParOf" srcId="{5E4A9EAB-8D86-45D2-83B2-61E439283811}" destId="{8DDD2522-7142-47CB-B17A-10B4DB014E27}" srcOrd="0" destOrd="0" presId="urn:microsoft.com/office/officeart/2018/2/layout/IconCircleList"/>
    <dgm:cxn modelId="{8FD0FD22-1D2A-4EB4-A430-177C83225B6A}" type="presParOf" srcId="{5E4A9EAB-8D86-45D2-83B2-61E439283811}" destId="{9B44DBAB-1A56-42DF-8FA8-FC5B84F43061}" srcOrd="1" destOrd="0" presId="urn:microsoft.com/office/officeart/2018/2/layout/IconCircleList"/>
    <dgm:cxn modelId="{6A153073-8C7D-4138-8B0F-0BF77676CA71}" type="presParOf" srcId="{5E4A9EAB-8D86-45D2-83B2-61E439283811}" destId="{8708BB42-64CB-43C5-AEA5-1B636230DDD1}" srcOrd="2" destOrd="0" presId="urn:microsoft.com/office/officeart/2018/2/layout/IconCircleList"/>
    <dgm:cxn modelId="{D9EE8B96-398D-43D0-8FC3-B719745C37E8}" type="presParOf" srcId="{5E4A9EAB-8D86-45D2-83B2-61E439283811}" destId="{BE999A16-CA3F-472C-A88C-9B7E4835607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72B71E6-74F6-4F53-85ED-6FA34C8B3A9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CCA019-0489-47F1-801D-179C00E6373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Demonstration of the run_tests.py and demo.py files, calling out to live endpoint. </a:t>
          </a:r>
          <a:endParaRPr lang="en-US"/>
        </a:p>
      </dgm:t>
    </dgm:pt>
    <dgm:pt modelId="{4C1949DB-182E-4E0B-BB08-5C0F22468E70}" type="parTrans" cxnId="{E1EB284B-2726-4ED6-A6D2-FA7503CD8B4B}">
      <dgm:prSet/>
      <dgm:spPr/>
      <dgm:t>
        <a:bodyPr/>
        <a:lstStyle/>
        <a:p>
          <a:endParaRPr lang="en-US"/>
        </a:p>
      </dgm:t>
    </dgm:pt>
    <dgm:pt modelId="{6716C0DD-72DC-463F-B8DA-6AEDA999BF3A}" type="sibTrans" cxnId="{E1EB284B-2726-4ED6-A6D2-FA7503CD8B4B}">
      <dgm:prSet/>
      <dgm:spPr/>
      <dgm:t>
        <a:bodyPr/>
        <a:lstStyle/>
        <a:p>
          <a:endParaRPr lang="en-US"/>
        </a:p>
      </dgm:t>
    </dgm:pt>
    <dgm:pt modelId="{25DEA767-5019-4683-A502-6F1C61CA3E6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Opportunity to see API Docs on live server</a:t>
          </a:r>
          <a:endParaRPr lang="en-US"/>
        </a:p>
      </dgm:t>
    </dgm:pt>
    <dgm:pt modelId="{D2F353B5-572A-4E1A-92EA-C2F474AD692D}" type="parTrans" cxnId="{F3529154-81EB-4DCC-886A-EC794C1E9988}">
      <dgm:prSet/>
      <dgm:spPr/>
      <dgm:t>
        <a:bodyPr/>
        <a:lstStyle/>
        <a:p>
          <a:endParaRPr lang="en-US"/>
        </a:p>
      </dgm:t>
    </dgm:pt>
    <dgm:pt modelId="{69356534-5B8F-483B-9F3E-D8FD9CEB7AE6}" type="sibTrans" cxnId="{F3529154-81EB-4DCC-886A-EC794C1E9988}">
      <dgm:prSet/>
      <dgm:spPr/>
      <dgm:t>
        <a:bodyPr/>
        <a:lstStyle/>
        <a:p>
          <a:endParaRPr lang="en-US"/>
        </a:p>
      </dgm:t>
    </dgm:pt>
    <dgm:pt modelId="{CA532AA4-7E88-48BD-9DCC-ECC938A5D097}" type="pres">
      <dgm:prSet presAssocID="{E72B71E6-74F6-4F53-85ED-6FA34C8B3A95}" presName="root" presStyleCnt="0">
        <dgm:presLayoutVars>
          <dgm:dir/>
          <dgm:resizeHandles val="exact"/>
        </dgm:presLayoutVars>
      </dgm:prSet>
      <dgm:spPr/>
    </dgm:pt>
    <dgm:pt modelId="{DAB742B8-4802-453A-8F79-ACB6CCEC4FC8}" type="pres">
      <dgm:prSet presAssocID="{15CCA019-0489-47F1-801D-179C00E6373B}" presName="compNode" presStyleCnt="0"/>
      <dgm:spPr/>
    </dgm:pt>
    <dgm:pt modelId="{142EC8D3-5BAF-406B-98D5-6C8BF1356D2E}" type="pres">
      <dgm:prSet presAssocID="{15CCA019-0489-47F1-801D-179C00E6373B}" presName="bgRect" presStyleLbl="bgShp" presStyleIdx="0" presStyleCnt="2"/>
      <dgm:spPr/>
    </dgm:pt>
    <dgm:pt modelId="{C91A18E7-8B99-4987-9D63-118087623AA6}" type="pres">
      <dgm:prSet presAssocID="{15CCA019-0489-47F1-801D-179C00E6373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0CCF4ED1-925C-41B4-8D75-4548C8D754F8}" type="pres">
      <dgm:prSet presAssocID="{15CCA019-0489-47F1-801D-179C00E6373B}" presName="spaceRect" presStyleCnt="0"/>
      <dgm:spPr/>
    </dgm:pt>
    <dgm:pt modelId="{26B1100B-8FFB-404E-8767-10B9B8BFC1B3}" type="pres">
      <dgm:prSet presAssocID="{15CCA019-0489-47F1-801D-179C00E6373B}" presName="parTx" presStyleLbl="revTx" presStyleIdx="0" presStyleCnt="2">
        <dgm:presLayoutVars>
          <dgm:chMax val="0"/>
          <dgm:chPref val="0"/>
        </dgm:presLayoutVars>
      </dgm:prSet>
      <dgm:spPr/>
    </dgm:pt>
    <dgm:pt modelId="{310E5E46-03BC-47F1-8097-E66D29B6DBFD}" type="pres">
      <dgm:prSet presAssocID="{6716C0DD-72DC-463F-B8DA-6AEDA999BF3A}" presName="sibTrans" presStyleCnt="0"/>
      <dgm:spPr/>
    </dgm:pt>
    <dgm:pt modelId="{B90ACED9-A74C-4FA6-A8B6-984B096F031B}" type="pres">
      <dgm:prSet presAssocID="{25DEA767-5019-4683-A502-6F1C61CA3E6E}" presName="compNode" presStyleCnt="0"/>
      <dgm:spPr/>
    </dgm:pt>
    <dgm:pt modelId="{179D8053-4CC8-403D-9C52-3FC652128086}" type="pres">
      <dgm:prSet presAssocID="{25DEA767-5019-4683-A502-6F1C61CA3E6E}" presName="bgRect" presStyleLbl="bgShp" presStyleIdx="1" presStyleCnt="2"/>
      <dgm:spPr/>
    </dgm:pt>
    <dgm:pt modelId="{22D56BFA-2AEF-4162-928B-B2F34247E751}" type="pres">
      <dgm:prSet presAssocID="{25DEA767-5019-4683-A502-6F1C61CA3E6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13814F7-A728-4417-B8B6-3D069D7AB06C}" type="pres">
      <dgm:prSet presAssocID="{25DEA767-5019-4683-A502-6F1C61CA3E6E}" presName="spaceRect" presStyleCnt="0"/>
      <dgm:spPr/>
    </dgm:pt>
    <dgm:pt modelId="{CB4545BB-F1A7-4740-A9BE-F9C7AAEFBBD2}" type="pres">
      <dgm:prSet presAssocID="{25DEA767-5019-4683-A502-6F1C61CA3E6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B1B6C44-C8CE-4F05-BE23-4A89BFB06818}" type="presOf" srcId="{15CCA019-0489-47F1-801D-179C00E6373B}" destId="{26B1100B-8FFB-404E-8767-10B9B8BFC1B3}" srcOrd="0" destOrd="0" presId="urn:microsoft.com/office/officeart/2018/2/layout/IconVerticalSolidList"/>
    <dgm:cxn modelId="{E1EB284B-2726-4ED6-A6D2-FA7503CD8B4B}" srcId="{E72B71E6-74F6-4F53-85ED-6FA34C8B3A95}" destId="{15CCA019-0489-47F1-801D-179C00E6373B}" srcOrd="0" destOrd="0" parTransId="{4C1949DB-182E-4E0B-BB08-5C0F22468E70}" sibTransId="{6716C0DD-72DC-463F-B8DA-6AEDA999BF3A}"/>
    <dgm:cxn modelId="{F3529154-81EB-4DCC-886A-EC794C1E9988}" srcId="{E72B71E6-74F6-4F53-85ED-6FA34C8B3A95}" destId="{25DEA767-5019-4683-A502-6F1C61CA3E6E}" srcOrd="1" destOrd="0" parTransId="{D2F353B5-572A-4E1A-92EA-C2F474AD692D}" sibTransId="{69356534-5B8F-483B-9F3E-D8FD9CEB7AE6}"/>
    <dgm:cxn modelId="{3E941E7B-A8CA-4D87-B655-566D95008C57}" type="presOf" srcId="{E72B71E6-74F6-4F53-85ED-6FA34C8B3A95}" destId="{CA532AA4-7E88-48BD-9DCC-ECC938A5D097}" srcOrd="0" destOrd="0" presId="urn:microsoft.com/office/officeart/2018/2/layout/IconVerticalSolidList"/>
    <dgm:cxn modelId="{239780AF-6501-4FF3-80C5-507715020317}" type="presOf" srcId="{25DEA767-5019-4683-A502-6F1C61CA3E6E}" destId="{CB4545BB-F1A7-4740-A9BE-F9C7AAEFBBD2}" srcOrd="0" destOrd="0" presId="urn:microsoft.com/office/officeart/2018/2/layout/IconVerticalSolidList"/>
    <dgm:cxn modelId="{1512793A-ADB4-49A2-A2DE-0DD46E66F1AD}" type="presParOf" srcId="{CA532AA4-7E88-48BD-9DCC-ECC938A5D097}" destId="{DAB742B8-4802-453A-8F79-ACB6CCEC4FC8}" srcOrd="0" destOrd="0" presId="urn:microsoft.com/office/officeart/2018/2/layout/IconVerticalSolidList"/>
    <dgm:cxn modelId="{ADE52B41-6399-48F1-AC44-64A8E4EB8D52}" type="presParOf" srcId="{DAB742B8-4802-453A-8F79-ACB6CCEC4FC8}" destId="{142EC8D3-5BAF-406B-98D5-6C8BF1356D2E}" srcOrd="0" destOrd="0" presId="urn:microsoft.com/office/officeart/2018/2/layout/IconVerticalSolidList"/>
    <dgm:cxn modelId="{7EF51C7B-BAAC-43C4-B94A-9EBC2AFCEFE2}" type="presParOf" srcId="{DAB742B8-4802-453A-8F79-ACB6CCEC4FC8}" destId="{C91A18E7-8B99-4987-9D63-118087623AA6}" srcOrd="1" destOrd="0" presId="urn:microsoft.com/office/officeart/2018/2/layout/IconVerticalSolidList"/>
    <dgm:cxn modelId="{BF87F19E-81E5-4D31-965D-5F73F3F6436A}" type="presParOf" srcId="{DAB742B8-4802-453A-8F79-ACB6CCEC4FC8}" destId="{0CCF4ED1-925C-41B4-8D75-4548C8D754F8}" srcOrd="2" destOrd="0" presId="urn:microsoft.com/office/officeart/2018/2/layout/IconVerticalSolidList"/>
    <dgm:cxn modelId="{D8A0F580-5073-4DE3-919F-25C1C82255FF}" type="presParOf" srcId="{DAB742B8-4802-453A-8F79-ACB6CCEC4FC8}" destId="{26B1100B-8FFB-404E-8767-10B9B8BFC1B3}" srcOrd="3" destOrd="0" presId="urn:microsoft.com/office/officeart/2018/2/layout/IconVerticalSolidList"/>
    <dgm:cxn modelId="{0A54BF17-A931-48BD-91D3-B91D3EF17F42}" type="presParOf" srcId="{CA532AA4-7E88-48BD-9DCC-ECC938A5D097}" destId="{310E5E46-03BC-47F1-8097-E66D29B6DBFD}" srcOrd="1" destOrd="0" presId="urn:microsoft.com/office/officeart/2018/2/layout/IconVerticalSolidList"/>
    <dgm:cxn modelId="{F8A3B1F5-07D0-45F5-BAF0-320B4974B32D}" type="presParOf" srcId="{CA532AA4-7E88-48BD-9DCC-ECC938A5D097}" destId="{B90ACED9-A74C-4FA6-A8B6-984B096F031B}" srcOrd="2" destOrd="0" presId="urn:microsoft.com/office/officeart/2018/2/layout/IconVerticalSolidList"/>
    <dgm:cxn modelId="{E3061341-B915-4DB9-AD75-F3B691E6C302}" type="presParOf" srcId="{B90ACED9-A74C-4FA6-A8B6-984B096F031B}" destId="{179D8053-4CC8-403D-9C52-3FC652128086}" srcOrd="0" destOrd="0" presId="urn:microsoft.com/office/officeart/2018/2/layout/IconVerticalSolidList"/>
    <dgm:cxn modelId="{09328353-5AB5-44B3-86E0-C11D8C639405}" type="presParOf" srcId="{B90ACED9-A74C-4FA6-A8B6-984B096F031B}" destId="{22D56BFA-2AEF-4162-928B-B2F34247E751}" srcOrd="1" destOrd="0" presId="urn:microsoft.com/office/officeart/2018/2/layout/IconVerticalSolidList"/>
    <dgm:cxn modelId="{11AAD7F5-81A2-40F3-9129-F6E07ECF5C4D}" type="presParOf" srcId="{B90ACED9-A74C-4FA6-A8B6-984B096F031B}" destId="{113814F7-A728-4417-B8B6-3D069D7AB06C}" srcOrd="2" destOrd="0" presId="urn:microsoft.com/office/officeart/2018/2/layout/IconVerticalSolidList"/>
    <dgm:cxn modelId="{1C2BE12E-6AEB-40FD-93D2-E824DD8AE40C}" type="presParOf" srcId="{B90ACED9-A74C-4FA6-A8B6-984B096F031B}" destId="{CB4545BB-F1A7-4740-A9BE-F9C7AAEFBBD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8A8F39-A2CF-4B3C-B033-B239542A0939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45DA2F-190B-46E6-8680-4D482ED5B6C5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60128-0022-4A68-B296-037C26BC0CCE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API created in </a:t>
          </a:r>
          <a:r>
            <a:rPr lang="en-GB" sz="2500" b="1" kern="1200" dirty="0"/>
            <a:t>Python</a:t>
          </a:r>
          <a:r>
            <a:rPr lang="en-GB" sz="2500" kern="1200" dirty="0"/>
            <a:t>, using </a:t>
          </a:r>
          <a:r>
            <a:rPr lang="en-GB" sz="2500" b="1" kern="1200" dirty="0" err="1"/>
            <a:t>FastAPI</a:t>
          </a:r>
          <a:r>
            <a:rPr lang="en-GB" sz="2500" kern="1200" dirty="0"/>
            <a:t>, and backend </a:t>
          </a:r>
          <a:r>
            <a:rPr lang="en-GB" sz="2500" b="1" kern="1200" dirty="0"/>
            <a:t>SQL Database</a:t>
          </a:r>
          <a:endParaRPr lang="en-US" sz="2500" b="1" kern="1200" dirty="0"/>
        </a:p>
      </dsp:txBody>
      <dsp:txXfrm>
        <a:off x="1686304" y="623"/>
        <a:ext cx="5530111" cy="1460003"/>
      </dsp:txXfrm>
    </dsp:sp>
    <dsp:sp modelId="{899BF9FB-9EB9-496A-8CBA-81C30576DA6F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F49021-7F3C-407C-8362-1538948E7660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6B624-1496-471E-A7D2-43FBB7CFE63F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Focus on </a:t>
          </a:r>
          <a:r>
            <a:rPr lang="en-GB" sz="2500" b="1" kern="1200" dirty="0"/>
            <a:t>Security By Design</a:t>
          </a:r>
          <a:br>
            <a:rPr lang="en-GB" sz="2500" kern="1200" dirty="0"/>
          </a:br>
          <a:r>
            <a:rPr lang="en-GB" sz="2500" kern="1200" dirty="0"/>
            <a:t>Uses HMAC Signing and API Key authentication</a:t>
          </a:r>
          <a:endParaRPr lang="en-US" sz="2500" kern="1200" dirty="0"/>
        </a:p>
      </dsp:txBody>
      <dsp:txXfrm>
        <a:off x="1686304" y="1825628"/>
        <a:ext cx="5530111" cy="1460003"/>
      </dsp:txXfrm>
    </dsp:sp>
    <dsp:sp modelId="{FFD7B30A-8D01-416F-88F1-F4719B2F8551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A6E253-8301-44D4-8166-68319CD1804E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586233-1133-4E74-88A9-E3757E656AD3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Provides all </a:t>
          </a:r>
          <a:r>
            <a:rPr lang="en-GB" sz="2500" b="1" kern="1200" dirty="0"/>
            <a:t>CRUD</a:t>
          </a:r>
          <a:r>
            <a:rPr lang="en-GB" sz="2500" kern="1200" dirty="0"/>
            <a:t> operations, as well as </a:t>
          </a:r>
          <a:r>
            <a:rPr lang="en-GB" sz="2500" b="1" kern="1200" dirty="0"/>
            <a:t>filtering</a:t>
          </a:r>
          <a:r>
            <a:rPr lang="en-GB" sz="2500" kern="1200" dirty="0"/>
            <a:t>, </a:t>
          </a:r>
          <a:r>
            <a:rPr lang="en-GB" sz="2500" b="1" kern="1200" dirty="0"/>
            <a:t>sorting</a:t>
          </a:r>
          <a:r>
            <a:rPr lang="en-GB" sz="2500" kern="1200" dirty="0"/>
            <a:t> and </a:t>
          </a:r>
          <a:r>
            <a:rPr lang="en-GB" sz="2500" b="1" kern="1200" dirty="0"/>
            <a:t>analytics</a:t>
          </a:r>
          <a:endParaRPr lang="en-US" sz="2500" b="1" kern="1200" dirty="0"/>
        </a:p>
      </dsp:txBody>
      <dsp:txXfrm>
        <a:off x="1686304" y="3650632"/>
        <a:ext cx="5530111" cy="14600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39DA44-D595-44C5-9B99-F9BC8751E03F}">
      <dsp:nvSpPr>
        <dsp:cNvPr id="0" name=""/>
        <dsp:cNvSpPr/>
      </dsp:nvSpPr>
      <dsp:spPr>
        <a:xfrm>
          <a:off x="0" y="2121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72035D-A9E8-4C72-A9EA-B47A73EFE70C}">
      <dsp:nvSpPr>
        <dsp:cNvPr id="0" name=""/>
        <dsp:cNvSpPr/>
      </dsp:nvSpPr>
      <dsp:spPr>
        <a:xfrm>
          <a:off x="325236" y="244032"/>
          <a:ext cx="591338" cy="5913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F146C2-0CCF-4D33-8693-6CE11AE8FFF1}">
      <dsp:nvSpPr>
        <dsp:cNvPr id="0" name=""/>
        <dsp:cNvSpPr/>
      </dsp:nvSpPr>
      <dsp:spPr>
        <a:xfrm>
          <a:off x="1241811" y="2121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Automatically documenting code through the use of FastAPI, generating OpenAPI documentation</a:t>
          </a:r>
          <a:endParaRPr lang="en-US" sz="2000" kern="1200"/>
        </a:p>
      </dsp:txBody>
      <dsp:txXfrm>
        <a:off x="1241811" y="2121"/>
        <a:ext cx="5974604" cy="1075161"/>
      </dsp:txXfrm>
    </dsp:sp>
    <dsp:sp modelId="{85BF6BFF-8152-422B-8542-8866587FF212}">
      <dsp:nvSpPr>
        <dsp:cNvPr id="0" name=""/>
        <dsp:cNvSpPr/>
      </dsp:nvSpPr>
      <dsp:spPr>
        <a:xfrm>
          <a:off x="0" y="1346073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9FC4BE-A574-4FC4-9BE2-ACEBEB63D9FC}">
      <dsp:nvSpPr>
        <dsp:cNvPr id="0" name=""/>
        <dsp:cNvSpPr/>
      </dsp:nvSpPr>
      <dsp:spPr>
        <a:xfrm>
          <a:off x="325236" y="1587984"/>
          <a:ext cx="591338" cy="5913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57E7E5-108C-4E43-884C-FDFCAA75339E}">
      <dsp:nvSpPr>
        <dsp:cNvPr id="0" name=""/>
        <dsp:cNvSpPr/>
      </dsp:nvSpPr>
      <dsp:spPr>
        <a:xfrm>
          <a:off x="1241811" y="1346073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Covers all endpoints, events, analytics and CRUD options</a:t>
          </a:r>
          <a:endParaRPr lang="en-US" sz="2000" kern="1200" dirty="0"/>
        </a:p>
      </dsp:txBody>
      <dsp:txXfrm>
        <a:off x="1241811" y="1346073"/>
        <a:ext cx="5974604" cy="1075161"/>
      </dsp:txXfrm>
    </dsp:sp>
    <dsp:sp modelId="{3006364E-DD53-4890-87EE-492A3AA5A9B3}">
      <dsp:nvSpPr>
        <dsp:cNvPr id="0" name=""/>
        <dsp:cNvSpPr/>
      </dsp:nvSpPr>
      <dsp:spPr>
        <a:xfrm>
          <a:off x="0" y="2690025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D515BE-13D9-4A28-BAE1-BD5E06960C18}">
      <dsp:nvSpPr>
        <dsp:cNvPr id="0" name=""/>
        <dsp:cNvSpPr/>
      </dsp:nvSpPr>
      <dsp:spPr>
        <a:xfrm>
          <a:off x="325236" y="2931936"/>
          <a:ext cx="591338" cy="5913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14AE51-A458-4131-A725-AF6BF98815B5}">
      <dsp:nvSpPr>
        <dsp:cNvPr id="0" name=""/>
        <dsp:cNvSpPr/>
      </dsp:nvSpPr>
      <dsp:spPr>
        <a:xfrm>
          <a:off x="1241811" y="2690025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Includes example requests, and authentication method (also available in the README.md)</a:t>
          </a:r>
          <a:endParaRPr lang="en-US" sz="2000" kern="1200" dirty="0"/>
        </a:p>
      </dsp:txBody>
      <dsp:txXfrm>
        <a:off x="1241811" y="2690025"/>
        <a:ext cx="5974604" cy="1075161"/>
      </dsp:txXfrm>
    </dsp:sp>
    <dsp:sp modelId="{7C0225F0-C48F-4C00-B6BA-632E10C8021E}">
      <dsp:nvSpPr>
        <dsp:cNvPr id="0" name=""/>
        <dsp:cNvSpPr/>
      </dsp:nvSpPr>
      <dsp:spPr>
        <a:xfrm>
          <a:off x="0" y="4033977"/>
          <a:ext cx="7216416" cy="10751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402757-B7E3-48B0-A489-3645DF787436}">
      <dsp:nvSpPr>
        <dsp:cNvPr id="0" name=""/>
        <dsp:cNvSpPr/>
      </dsp:nvSpPr>
      <dsp:spPr>
        <a:xfrm>
          <a:off x="325236" y="4275888"/>
          <a:ext cx="591338" cy="5913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D2333-D0D2-4B7C-90F2-4E9C4BE81A23}">
      <dsp:nvSpPr>
        <dsp:cNvPr id="0" name=""/>
        <dsp:cNvSpPr/>
      </dsp:nvSpPr>
      <dsp:spPr>
        <a:xfrm>
          <a:off x="1241811" y="4033977"/>
          <a:ext cx="5974604" cy="1075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88" tIns="113788" rIns="113788" bIns="11378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Interactive testing and simulation provided through the </a:t>
          </a:r>
          <a:r>
            <a:rPr lang="en-GB" sz="2000" kern="1200" dirty="0" err="1"/>
            <a:t>SwaggerUI</a:t>
          </a:r>
          <a:r>
            <a:rPr lang="en-GB" sz="2000" kern="1200" dirty="0"/>
            <a:t> interface at: https://81.109.22.44:7578/docs</a:t>
          </a:r>
          <a:endParaRPr lang="en-US" sz="2000" kern="1200" dirty="0"/>
        </a:p>
      </dsp:txBody>
      <dsp:txXfrm>
        <a:off x="1241811" y="4033977"/>
        <a:ext cx="5974604" cy="10751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F4C502-F1AB-48EF-97B1-E86669022819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FADAA0-EC28-4BC7-A095-FE7700DF8CE5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F64B57-2D6C-4619-A706-9DA52F336BB6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Self created server, hosted on a Raspberry Pi, giving high privacy and ownership of the server</a:t>
          </a:r>
          <a:endParaRPr lang="en-US" sz="2100" kern="1200" dirty="0"/>
        </a:p>
      </dsp:txBody>
      <dsp:txXfrm>
        <a:off x="1948202" y="368029"/>
        <a:ext cx="3233964" cy="1371985"/>
      </dsp:txXfrm>
    </dsp:sp>
    <dsp:sp modelId="{57E549B3-5BDF-49C9-B162-322728513895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B1BC52-715B-4403-9B80-CC42C3FDD199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22646B-C37F-4DDD-9D1D-50EB82B20E7D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Secure by Design approach – HMAC request signing for secure requests, IP-based rate limiting</a:t>
          </a:r>
          <a:endParaRPr lang="en-US" sz="2100" kern="1200" dirty="0"/>
        </a:p>
      </dsp:txBody>
      <dsp:txXfrm>
        <a:off x="7411643" y="368029"/>
        <a:ext cx="3233964" cy="1371985"/>
      </dsp:txXfrm>
    </dsp:sp>
    <dsp:sp modelId="{57730B5F-2093-4317-86F5-17C6B05874FD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BCCE7D-8A4A-4DB3-9132-629BD4113AE5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0B6D1-AF8A-4629-88C3-9E84AC213811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CRUD Operations fully functional, with additional options for filtering, sorting and analysis</a:t>
          </a:r>
          <a:endParaRPr lang="en-US" sz="2100" kern="1200"/>
        </a:p>
      </dsp:txBody>
      <dsp:txXfrm>
        <a:off x="1948202" y="2452790"/>
        <a:ext cx="3233964" cy="1371985"/>
      </dsp:txXfrm>
    </dsp:sp>
    <dsp:sp modelId="{8DDD2522-7142-47CB-B17A-10B4DB014E27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44DBAB-1A56-42DF-8FA8-FC5B84F43061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999A16-CA3F-472C-A88C-9B7E48356072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Call out to multiple different Kaggle datasets, and accumulated in multiple database tables</a:t>
          </a:r>
          <a:endParaRPr lang="en-US" sz="2100" kern="1200"/>
        </a:p>
      </dsp:txBody>
      <dsp:txXfrm>
        <a:off x="7411643" y="2452790"/>
        <a:ext cx="3233964" cy="13719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2EC8D3-5BAF-406B-98D5-6C8BF1356D2E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1A18E7-8B99-4987-9D63-118087623AA6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B1100B-8FFB-404E-8767-10B9B8BFC1B3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Demonstration of the run_tests.py and demo.py files, calling out to live endpoint. </a:t>
          </a:r>
          <a:endParaRPr lang="en-US" sz="2500" kern="1200"/>
        </a:p>
      </dsp:txBody>
      <dsp:txXfrm>
        <a:off x="1507738" y="707092"/>
        <a:ext cx="9007861" cy="1305401"/>
      </dsp:txXfrm>
    </dsp:sp>
    <dsp:sp modelId="{179D8053-4CC8-403D-9C52-3FC652128086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D56BFA-2AEF-4162-928B-B2F34247E751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545BB-F1A7-4740-A9BE-F9C7AAEFBBD2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Opportunity to see API Docs on live server</a:t>
          </a:r>
          <a:endParaRPr lang="en-US" sz="2500" kern="1200"/>
        </a:p>
      </dsp:txBody>
      <dsp:txXfrm>
        <a:off x="1507738" y="2338844"/>
        <a:ext cx="9007861" cy="1305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11810-4F83-4ABA-BD29-A623774364BD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943184-731B-4193-9E7B-A901D77740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203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43184-731B-4193-9E7B-A901D77740C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368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49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202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278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455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12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549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36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316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24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01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188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718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0FF759-B735-CE99-E173-F3136A2D27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9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0BC2A6-A2E6-2B4B-4A52-502DCC15F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GB">
                <a:solidFill>
                  <a:srgbClr val="FFFFFF"/>
                </a:solidFill>
              </a:rPr>
              <a:t>Oil Price and Geopolitical Event 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AEC3BA-7D39-FFBF-48AF-956FBDAA8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rmAutofit/>
          </a:bodyPr>
          <a:lstStyle/>
          <a:p>
            <a:pPr algn="r"/>
            <a:r>
              <a:rPr lang="en-GB">
                <a:solidFill>
                  <a:srgbClr val="FFFFFF"/>
                </a:solidFill>
              </a:rPr>
              <a:t>Thomas Onions (sc23to2)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804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B54E3-DBB6-0444-EA3A-3E8EAD7F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GB" sz="3600"/>
              <a:t>Project Overview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D27C00-049C-1DE0-5A12-8C2818C2E4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9363619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1168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FCE029E-5073-4498-8104-8427AA987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222DC9-FEA8-0D5E-84C5-26AE782DA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8552" y="914400"/>
            <a:ext cx="5182459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600"/>
              <a:t>Version Control and Agile Methodology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654C6F-E162-8F9D-E1FF-9BB1E10E8F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202" b="-2"/>
          <a:stretch>
            <a:fillRect/>
          </a:stretch>
        </p:blipFill>
        <p:spPr>
          <a:xfrm>
            <a:off x="2" y="914400"/>
            <a:ext cx="2835431" cy="268652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BA1C98-391D-DB48-B481-EA2DD3A17C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72" r="1" b="8167"/>
          <a:stretch>
            <a:fillRect/>
          </a:stretch>
        </p:blipFill>
        <p:spPr>
          <a:xfrm>
            <a:off x="2835429" y="914400"/>
            <a:ext cx="2845630" cy="26865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50B5AD-4BAF-A49E-FACC-DD9A5762B9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087" r="36373"/>
          <a:stretch>
            <a:fillRect/>
          </a:stretch>
        </p:blipFill>
        <p:spPr>
          <a:xfrm>
            <a:off x="2" y="3597932"/>
            <a:ext cx="5681061" cy="2674849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EFF515C-2521-4964-9DAC-2BFB8EC86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72784"/>
            <a:ext cx="5681065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CDF6227-1B95-427A-C98F-9AD58085F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8550" y="2179005"/>
            <a:ext cx="5182459" cy="4123944"/>
          </a:xfrm>
        </p:spPr>
        <p:txBody>
          <a:bodyPr>
            <a:normAutofit/>
          </a:bodyPr>
          <a:lstStyle/>
          <a:p>
            <a:r>
              <a:rPr lang="en-US" dirty="0"/>
              <a:t>Use of GitHub for version control, including use of pull requests and meaningful commit names</a:t>
            </a:r>
          </a:p>
          <a:p>
            <a:r>
              <a:rPr lang="en-US" dirty="0"/>
              <a:t>Use of Agile Methodology, including </a:t>
            </a:r>
            <a:r>
              <a:rPr lang="en-US" dirty="0" err="1"/>
              <a:t>KanBan</a:t>
            </a:r>
            <a:r>
              <a:rPr lang="en-US" dirty="0"/>
              <a:t> and sprint cycles to </a:t>
            </a:r>
            <a:r>
              <a:rPr lang="en-US" dirty="0" err="1"/>
              <a:t>organise</a:t>
            </a:r>
            <a:r>
              <a:rPr lang="en-US" dirty="0"/>
              <a:t> and govern workflow</a:t>
            </a:r>
          </a:p>
        </p:txBody>
      </p:sp>
    </p:spTree>
    <p:extLst>
      <p:ext uri="{BB962C8B-B14F-4D97-AF65-F5344CB8AC3E}">
        <p14:creationId xmlns:p14="http://schemas.microsoft.com/office/powerpoint/2010/main" val="1433183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CBACE0-3C9B-39ED-57F7-CABF4CFB7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GB" sz="3300"/>
              <a:t>API Documentation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5034F3-5989-11FA-2696-5D57C4DC49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8522911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49486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E26F2-5FC3-19EB-FD21-D41848F13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074090"/>
            <a:ext cx="10890929" cy="1097280"/>
          </a:xfrm>
        </p:spPr>
        <p:txBody>
          <a:bodyPr/>
          <a:lstStyle/>
          <a:p>
            <a:r>
              <a:rPr lang="en-GB" dirty="0"/>
              <a:t>Technical Report Highlights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E9701A-69FD-F348-0F7F-B671C76FDD7D}"/>
              </a:ext>
            </a:extLst>
          </p:cNvPr>
          <p:cNvSpPr txBox="1">
            <a:spLocks/>
          </p:cNvSpPr>
          <p:nvPr/>
        </p:nvSpPr>
        <p:spPr>
          <a:xfrm>
            <a:off x="1371597" y="196361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rgbClr val="FFFFFF"/>
                </a:solidFill>
              </a:rPr>
              <a:t>Technical Report Highlights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7D556C-9CDC-C603-CCC7-85FDDACB0A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5176457"/>
              </p:ext>
            </p:extLst>
          </p:nvPr>
        </p:nvGraphicFramePr>
        <p:xfrm>
          <a:off x="214288" y="202996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0810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F7767-94DC-56B7-C87B-53F151007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Demonstration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6AD93D7-4618-86CD-7F04-7159A421DF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0532322"/>
              </p:ext>
            </p:extLst>
          </p:nvPr>
        </p:nvGraphicFramePr>
        <p:xfrm>
          <a:off x="827743" y="2109089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7622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45DB5-9E5C-6A3F-ACE6-293A866CD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B6542C-59B3-975A-1518-5B567FBD5E16}"/>
              </a:ext>
            </a:extLst>
          </p:cNvPr>
          <p:cNvSpPr txBox="1">
            <a:spLocks/>
          </p:cNvSpPr>
          <p:nvPr/>
        </p:nvSpPr>
        <p:spPr>
          <a:xfrm>
            <a:off x="6590662" y="4267832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5" name="Graphic 4" descr="Help">
            <a:extLst>
              <a:ext uri="{FF2B5EF4-FFF2-40B4-BE49-F238E27FC236}">
                <a16:creationId xmlns:a16="http://schemas.microsoft.com/office/drawing/2014/main" id="{97DE8307-FEC8-1D88-9820-26D4F7412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14663" y="2196952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7B48004-B126-0F69-111B-7C9D2ADBE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91299385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243</Words>
  <Application>Microsoft Office PowerPoint</Application>
  <PresentationFormat>Widescreen</PresentationFormat>
  <Paragraphs>25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Grandview Display</vt:lpstr>
      <vt:lpstr>DashVTI</vt:lpstr>
      <vt:lpstr>Oil Price and Geopolitical Event API</vt:lpstr>
      <vt:lpstr>Project Overview</vt:lpstr>
      <vt:lpstr>Version Control and Agile Methodology</vt:lpstr>
      <vt:lpstr>API Documentation</vt:lpstr>
      <vt:lpstr>Technical Report Highlights</vt:lpstr>
      <vt:lpstr>Demonstration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Onions</dc:creator>
  <cp:lastModifiedBy>Thomas Onions</cp:lastModifiedBy>
  <cp:revision>1</cp:revision>
  <dcterms:created xsi:type="dcterms:W3CDTF">2026-03-20T22:54:57Z</dcterms:created>
  <dcterms:modified xsi:type="dcterms:W3CDTF">2026-03-20T23:22:24Z</dcterms:modified>
</cp:coreProperties>
</file>